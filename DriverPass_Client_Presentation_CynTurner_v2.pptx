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92900484a54f02" /><Relationship Type="http://schemas.openxmlformats.org/officeDocument/2006/relationships/extended-properties" Target="/docProps/app.xml" Id="R9815f6e712d648aa" /><Relationship Type="http://schemas.openxmlformats.org/officeDocument/2006/relationships/officeDocument" Target="/ppt/presentation.xml" Id="R7d869fd78a274c13" /></Relationships>
</file>

<file path=ppt/presentation.xml><?xml version="1.0" encoding="utf-8"?>
<p:presentation xmlns:p="http://schemas.openxmlformats.org/presentationml/2006/main">
  <p:sldMasterIdLst>
    <p:sldMasterId xmlns:r="http://schemas.openxmlformats.org/officeDocument/2006/relationships" id="2147483648" r:id="R981888aee1734b00"/>
  </p:sldMasterIdLst>
  <p:notesMasterIdLst>
    <p:notesMasterId xmlns:r="http://schemas.openxmlformats.org/officeDocument/2006/relationships" r:id="R10c09667615a4792"/>
  </p:notesMasterIdLst>
  <p:sldIdLst>
    <p:sldId xmlns:r="http://schemas.openxmlformats.org/officeDocument/2006/relationships" id="256" r:id="Re10ebe5b66cb43f7"/>
    <p:sldId xmlns:r="http://schemas.openxmlformats.org/officeDocument/2006/relationships" id="257" r:id="R075de9b03c3842f5"/>
    <p:sldId xmlns:r="http://schemas.openxmlformats.org/officeDocument/2006/relationships" id="258" r:id="R2d28241471b44d34"/>
    <p:sldId xmlns:r="http://schemas.openxmlformats.org/officeDocument/2006/relationships" id="259" r:id="R9b1a026eda24457f"/>
    <p:sldId xmlns:r="http://schemas.openxmlformats.org/officeDocument/2006/relationships" id="260" r:id="R99986358e63f4262"/>
    <p:sldId xmlns:r="http://schemas.openxmlformats.org/officeDocument/2006/relationships" id="261" r:id="Rf480f31a962549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bcb07b911642fd" /><Relationship Type="http://schemas.openxmlformats.org/officeDocument/2006/relationships/slideMaster" Target="/ppt/slideMasters/slideMaster1.xml" Id="R981888aee1734b00" /><Relationship Type="http://schemas.openxmlformats.org/officeDocument/2006/relationships/notesMaster" Target="/ppt/notesMasters/notesMaster1.xml" Id="R10c09667615a4792" /><Relationship Type="http://schemas.openxmlformats.org/officeDocument/2006/relationships/presProps" Target="/ppt/presProps.xml" Id="R86a182bea251498b" /><Relationship Type="http://schemas.openxmlformats.org/officeDocument/2006/relationships/tableStyles" Target="/ppt/tableStyles.xml" Id="R2cb1a8351a364673" /><Relationship Type="http://schemas.openxmlformats.org/officeDocument/2006/relationships/slide" Target="/ppt/slides/slide1.xml" Id="Re10ebe5b66cb43f7" /><Relationship Type="http://schemas.openxmlformats.org/officeDocument/2006/relationships/slide" Target="/ppt/slides/slide2.xml" Id="R075de9b03c3842f5" /><Relationship Type="http://schemas.openxmlformats.org/officeDocument/2006/relationships/slide" Target="/ppt/slides/slide3.xml" Id="R2d28241471b44d34" /><Relationship Type="http://schemas.openxmlformats.org/officeDocument/2006/relationships/slide" Target="/ppt/slides/slide4.xml" Id="R9b1a026eda24457f" /><Relationship Type="http://schemas.openxmlformats.org/officeDocument/2006/relationships/slide" Target="/ppt/slides/slide5.xml" Id="R99986358e63f4262" /><Relationship Type="http://schemas.openxmlformats.org/officeDocument/2006/relationships/slide" Target="/ppt/slides/slide6.xml" Id="Rf480f31a962549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a3ce46cc8f42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1ce30707654662" /><Relationship Type="http://schemas.openxmlformats.org/officeDocument/2006/relationships/notesMaster" Target="/ppt/notesMasters/notesMaster1.xml" Id="Raca366ed70234f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8b2d6d22054da4" /><Relationship Type="http://schemas.openxmlformats.org/officeDocument/2006/relationships/notesMaster" Target="/ppt/notesMasters/notesMaster1.xml" Id="R491541971d584d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a9f8ed220548b0" /><Relationship Type="http://schemas.openxmlformats.org/officeDocument/2006/relationships/notesMaster" Target="/ppt/notesMasters/notesMaster1.xml" Id="R7903def936274e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2f2fbab697430f" /><Relationship Type="http://schemas.openxmlformats.org/officeDocument/2006/relationships/notesMaster" Target="/ppt/notesMasters/notesMaster1.xml" Id="R714c09bd380c4a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99cef20ced47e1" /><Relationship Type="http://schemas.openxmlformats.org/officeDocument/2006/relationships/notesMaster" Target="/ppt/notesMasters/notesMaster1.xml" Id="R0e219c2d573f47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9a1d04fe8944b9" /><Relationship Type="http://schemas.openxmlformats.org/officeDocument/2006/relationships/notesMaster" Target="/ppt/notesMasters/notesMaster1.xml" Id="R64d8c5ab287547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summarizes the proposed DriverPass system in plain language. I will focus on how the design supports customers and employees, while the full system design document provides the technical detail for the development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functional requirements describe the services DriverPass employees and customers need every day. The nonfunctional requirements describe the experience around those services: reasonable response times, browser access, reliable updates, and backups. Together they support the business goal of making driver training easier to manage without creating scheduling conflicts.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the people who use DriverPass and the outside source that provides DMV content. Customers manage their accounts, packages, lessons, learning materials, and results. The secretary supports account and scheduling work. The owner reviews reports. The IT officer manages access and system settings. The design meets DriverPass’s needs by separating responsibilities while keeping the customer experience connected from registration through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breaks down the lesson scheduling process. A customer or secretary chooses a time, and the system checks whether the customer, driver, and vehicle are available. If any resource is already assigned, the user chooses again. If everything is available, the system records the pickup and drop-off details, saves the appointment, records who made the change, and sends a confirmation. This protects DriverPass from double-booking and gives the customer a clear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was included as part of the design rather than added after the main features. Customers need confidence that their contact, payment, and training information is protected. Employees need access to perform their jobs, but they should not see or change information outside their responsibilities. The activity history also helps DriverPass understand what happened when an account or reservation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limitations set reasonable expectations for the first release. A browser-based system allows DriverPass to support customers on many devices without maintaining a separate mobile application immediately. The service can prepare students and organize training, but the final driving-test result remains outside the system’s control. Future releases can add integrations, locations, and more advanced reporting as the business gains experience with the core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952958deba41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0a9822a66642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dab9aad80f454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3041a6484944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79fa61f98a42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cac6b5c88e4a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D3A0F1-C5EB-41CF-A424-8F856B5563E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A43E1A-150A-486E-BFCE-E5AA7F773E8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8DB41F-1158-4725-875E-DB10E80EBBD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722CD9-C93D-44F8-9A39-BB9ACD1B8A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21F3611-BE5A-4415-930E-E7C24A18E97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D08EB1D-BA9B-4C55-9079-7228BAAF5E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F4F99D-19AC-418D-A4A6-CB991A7B33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1EFEE5C-45EE-475E-9220-410A00CC57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C6ED3B-5562-47BD-A3D0-E9DB0CC54C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B35DC7-DDF4-407B-97AB-ED3A05B91F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4cc5391ce24b87" /><Relationship Type="http://schemas.openxmlformats.org/officeDocument/2006/relationships/slideLayout" Target="/ppt/slideLayouts/slideLayout1.xml" Id="Rb4ce386c8be74b20" /><Relationship Type="http://schemas.openxmlformats.org/officeDocument/2006/relationships/slideLayout" Target="/ppt/slideLayouts/slideLayout2.xml" Id="R06048b34b92e46f0" /><Relationship Type="http://schemas.openxmlformats.org/officeDocument/2006/relationships/slideLayout" Target="/ppt/slideLayouts/slideLayout3.xml" Id="Rbe66962ac68243c5" /><Relationship Type="http://schemas.openxmlformats.org/officeDocument/2006/relationships/slideLayout" Target="/ppt/slideLayouts/slideLayout4.xml" Id="R3ef1287788fa4b3a" /><Relationship Type="http://schemas.openxmlformats.org/officeDocument/2006/relationships/slideLayout" Target="/ppt/slideLayouts/slideLayout5.xml" Id="R673fba5ffe494d72" /><Relationship Type="http://schemas.openxmlformats.org/officeDocument/2006/relationships/slideLayout" Target="/ppt/slideLayouts/slideLayout6.xml" Id="R51de633f16884b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ce386c8be74b20"/>
    <p:sldLayoutId xmlns:r="http://schemas.openxmlformats.org/officeDocument/2006/relationships" id="2147483650" r:id="R06048b34b92e46f0"/>
    <p:sldLayoutId xmlns:r="http://schemas.openxmlformats.org/officeDocument/2006/relationships" id="2147483651" r:id="Rbe66962ac68243c5"/>
    <p:sldLayoutId xmlns:r="http://schemas.openxmlformats.org/officeDocument/2006/relationships" id="2147483652" r:id="R3ef1287788fa4b3a"/>
    <p:sldLayoutId xmlns:r="http://schemas.openxmlformats.org/officeDocument/2006/relationships" id="2147483653" r:id="R673fba5ffe494d72"/>
    <p:sldLayoutId xmlns:r="http://schemas.openxmlformats.org/officeDocument/2006/relationships" id="2147483654" r:id="R51de633f16884b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4da3f05da8a42c7" /><Relationship Type="http://schemas.openxmlformats.org/officeDocument/2006/relationships/notesSlide" Target="/ppt/notesSlides/notesSlide1.xml" Id="R5fcab5cee7ac4f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8f0ed40ca84661" /><Relationship Type="http://schemas.openxmlformats.org/officeDocument/2006/relationships/notesSlide" Target="/ppt/notesSlides/notesSlide2.xml" Id="R2feb099a92c448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63388ba11284757" /><Relationship Type="http://schemas.openxmlformats.org/officeDocument/2006/relationships/image" Target="/ppt/media/image.png" Id="R0665124b60c140e8" /><Relationship Type="http://schemas.openxmlformats.org/officeDocument/2006/relationships/notesSlide" Target="/ppt/notesSlides/notesSlide3.xml" Id="R5d601986432540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4a6dd921e44b2e" /><Relationship Type="http://schemas.openxmlformats.org/officeDocument/2006/relationships/image" Target="/ppt/media/image2.png" Id="R7d7af7be82f7495b" /><Relationship Type="http://schemas.openxmlformats.org/officeDocument/2006/relationships/notesSlide" Target="/ppt/notesSlides/notesSlide4.xml" Id="R299641f8a47a4b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45c8d140a84631" /><Relationship Type="http://schemas.openxmlformats.org/officeDocument/2006/relationships/notesSlide" Target="/ppt/notesSlides/notesSlide5.xml" Id="R7654cf4c57ca49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bcd3fda61a49bb" /><Relationship Type="http://schemas.openxmlformats.org/officeDocument/2006/relationships/notesSlide" Target="/ppt/notesSlides/notesSlide6.xml" Id="R22444191f4d84c4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BF0764-C1FD-47F2-AF87-BF2EC6609BA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7365D"/>
          </a:solidFill>
          <a:ln xmlns:a="http://schemas.openxmlformats.org/drawingml/2006/main" w="0">
            <a:solidFill>
              <a:srgbClr val="17365D"/>
            </a:solidFill>
            <a:prstDash val="solid"/>
          </a:ln>
        </p:spPr>
      </p:sp>
      <p:sp>
        <p:nvSpPr>
          <p:cNvPr id="2" name="">
            <a:extLst xmlns:a="http://schemas.openxmlformats.org/drawingml/2006/main">
              <a:ext uri="{FF2B5EF4-FFF2-40B4-BE49-F238E27FC236}">
                <a16:creationId xmlns:a16="http://schemas.microsoft.com/office/drawing/2014/main" id="{8BCEC76F-F6F7-433D-96A5-A1255CDBF7CC}"/>
              </a:ext>
            </a:extLst>
          </p:cNvPr>
          <p:cNvSpPr>
            <a:spLocks xmlns:a="http://schemas.openxmlformats.org/drawingml/2006/main" noGrp="1"/>
          </p:cNvSpPr>
          <p:nvPr/>
        </p:nvSpPr>
        <p:spPr>
          <a:xfrm xmlns:a="http://schemas.openxmlformats.org/drawingml/2006/main">
            <a:off x="685800" y="142875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17365D"/>
                </a:solidFill>
              </a:defRPr>
            </a:defPPr>
            <a:lvl1pPr>
              <a:defRPr sz="3900" b="1">
                <a:solidFill>
                  <a:srgbClr val="17365D"/>
                </a:solidFill>
              </a:defRPr>
            </a:lvl1pPr>
            <a:lvl2pPr>
              <a:defRPr sz="3900" b="1">
                <a:solidFill>
                  <a:srgbClr val="17365D"/>
                </a:solidFill>
              </a:defRPr>
            </a:lvl2pPr>
            <a:lvl3pPr>
              <a:defRPr sz="3900" b="1">
                <a:solidFill>
                  <a:srgbClr val="17365D"/>
                </a:solidFill>
              </a:defRPr>
            </a:lvl3pPr>
            <a:lvl4pPr>
              <a:defRPr sz="3900" b="1">
                <a:solidFill>
                  <a:srgbClr val="17365D"/>
                </a:solidFill>
              </a:defRPr>
            </a:lvl4pPr>
            <a:lvl5pPr>
              <a:defRPr sz="3900" b="1">
                <a:solidFill>
                  <a:srgbClr val="17365D"/>
                </a:solidFill>
              </a:defRPr>
            </a:lvl5pPr>
            <a:lvl6pPr>
              <a:defRPr sz="3900" b="1">
                <a:solidFill>
                  <a:srgbClr val="17365D"/>
                </a:solidFill>
              </a:defRPr>
            </a:lvl6pPr>
            <a:lvl7pPr>
              <a:defRPr sz="3900" b="1">
                <a:solidFill>
                  <a:srgbClr val="17365D"/>
                </a:solidFill>
              </a:defRPr>
            </a:lvl7pPr>
            <a:lvl8pPr>
              <a:defRPr sz="3900" b="1">
                <a:solidFill>
                  <a:srgbClr val="17365D"/>
                </a:solidFill>
              </a:defRPr>
            </a:lvl8pPr>
            <a:lvl9pPr>
              <a:defRPr sz="3900" b="1">
                <a:solidFill>
                  <a:srgbClr val="17365D"/>
                </a:solidFill>
              </a:defRPr>
            </a:lvl9pPr>
          </a:lstStyle>
          <a:p xmlns:a="http://schemas.openxmlformats.org/drawingml/2006/main">
            <a:pPr>
              <a:defRPr sz="3900" b="1">
                <a:solidFill>
                  <a:srgbClr val="17365D"/>
                </a:solidFill>
              </a:defRPr>
            </a:pPr>
            <a:r>
              <a:rPr sz="3900" b="1">
                <a:solidFill>
                  <a:srgbClr val="17365D"/>
                </a:solidFill>
              </a:rPr>
              <a:t>DriverPass</a:t>
            </a:r>
          </a:p>
        </p:txBody>
      </p:sp>
      <p:sp>
        <p:nvSpPr>
          <p:cNvPr id="3" name="">
            <a:extLst xmlns:a="http://schemas.openxmlformats.org/drawingml/2006/main">
              <a:ext uri="{FF2B5EF4-FFF2-40B4-BE49-F238E27FC236}">
                <a16:creationId xmlns:a16="http://schemas.microsoft.com/office/drawing/2014/main" id="{70BD91AC-861B-4E5A-81A3-E35A427286ED}"/>
              </a:ext>
            </a:extLst>
          </p:cNvPr>
          <p:cNvSpPr>
            <a:spLocks xmlns:a="http://schemas.openxmlformats.org/drawingml/2006/main" noGrp="1"/>
          </p:cNvSpPr>
          <p:nvPr/>
        </p:nvSpPr>
        <p:spPr>
          <a:xfrm xmlns:a="http://schemas.openxmlformats.org/drawingml/2006/main">
            <a:off x="723900" y="22669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2F75B5"/>
                </a:solidFill>
              </a:defRPr>
            </a:defPPr>
            <a:lvl1pPr>
              <a:defRPr sz="2550" b="0">
                <a:solidFill>
                  <a:srgbClr val="2F75B5"/>
                </a:solidFill>
              </a:defRPr>
            </a:lvl1pPr>
            <a:lvl2pPr>
              <a:defRPr sz="2550" b="0">
                <a:solidFill>
                  <a:srgbClr val="2F75B5"/>
                </a:solidFill>
              </a:defRPr>
            </a:lvl2pPr>
            <a:lvl3pPr>
              <a:defRPr sz="2550" b="0">
                <a:solidFill>
                  <a:srgbClr val="2F75B5"/>
                </a:solidFill>
              </a:defRPr>
            </a:lvl3pPr>
            <a:lvl4pPr>
              <a:defRPr sz="2550" b="0">
                <a:solidFill>
                  <a:srgbClr val="2F75B5"/>
                </a:solidFill>
              </a:defRPr>
            </a:lvl4pPr>
            <a:lvl5pPr>
              <a:defRPr sz="2550" b="0">
                <a:solidFill>
                  <a:srgbClr val="2F75B5"/>
                </a:solidFill>
              </a:defRPr>
            </a:lvl5pPr>
            <a:lvl6pPr>
              <a:defRPr sz="2550" b="0">
                <a:solidFill>
                  <a:srgbClr val="2F75B5"/>
                </a:solidFill>
              </a:defRPr>
            </a:lvl6pPr>
            <a:lvl7pPr>
              <a:defRPr sz="2550" b="0">
                <a:solidFill>
                  <a:srgbClr val="2F75B5"/>
                </a:solidFill>
              </a:defRPr>
            </a:lvl7pPr>
            <a:lvl8pPr>
              <a:defRPr sz="2550" b="0">
                <a:solidFill>
                  <a:srgbClr val="2F75B5"/>
                </a:solidFill>
              </a:defRPr>
            </a:lvl8pPr>
            <a:lvl9pPr>
              <a:defRPr sz="2550" b="0">
                <a:solidFill>
                  <a:srgbClr val="2F75B5"/>
                </a:solidFill>
              </a:defRPr>
            </a:lvl9pPr>
          </a:lstStyle>
          <a:p xmlns:a="http://schemas.openxmlformats.org/drawingml/2006/main">
            <a:pPr>
              <a:defRPr sz="2550" b="0">
                <a:solidFill>
                  <a:srgbClr val="2F75B5"/>
                </a:solidFill>
              </a:defRPr>
            </a:pPr>
            <a:r>
              <a:rPr sz="2550" b="0">
                <a:solidFill>
                  <a:srgbClr val="2F75B5"/>
                </a:solidFill>
              </a:rPr>
              <a:t>System Analysis</a:t>
            </a:r>
          </a:p>
        </p:txBody>
      </p:sp>
      <p:sp>
        <p:nvSpPr>
          <p:cNvPr id="4" name="">
            <a:extLst xmlns:a="http://schemas.openxmlformats.org/drawingml/2006/main">
              <a:ext uri="{FF2B5EF4-FFF2-40B4-BE49-F238E27FC236}">
                <a16:creationId xmlns:a16="http://schemas.microsoft.com/office/drawing/2014/main" id="{77124870-4C33-4757-AE73-FF560C38AC2F}"/>
              </a:ext>
            </a:extLst>
          </p:cNvPr>
          <p:cNvSpPr>
            <a:spLocks xmlns:a="http://schemas.openxmlformats.org/drawingml/2006/main" noGrp="1"/>
          </p:cNvSpPr>
          <p:nvPr/>
        </p:nvSpPr>
        <p:spPr>
          <a:xfrm xmlns:a="http://schemas.openxmlformats.org/drawingml/2006/main">
            <a:off x="742950" y="3143250"/>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B6573"/>
                </a:solidFill>
              </a:defRPr>
            </a:defPPr>
            <a:lvl1pPr>
              <a:defRPr sz="1425" b="0">
                <a:solidFill>
                  <a:srgbClr val="5B6573"/>
                </a:solidFill>
              </a:defRPr>
            </a:lvl1pPr>
            <a:lvl2pPr>
              <a:defRPr sz="1425" b="0">
                <a:solidFill>
                  <a:srgbClr val="5B6573"/>
                </a:solidFill>
              </a:defRPr>
            </a:lvl2pPr>
            <a:lvl3pPr>
              <a:defRPr sz="1425" b="0">
                <a:solidFill>
                  <a:srgbClr val="5B6573"/>
                </a:solidFill>
              </a:defRPr>
            </a:lvl3pPr>
            <a:lvl4pPr>
              <a:defRPr sz="1425" b="0">
                <a:solidFill>
                  <a:srgbClr val="5B6573"/>
                </a:solidFill>
              </a:defRPr>
            </a:lvl4pPr>
            <a:lvl5pPr>
              <a:defRPr sz="1425" b="0">
                <a:solidFill>
                  <a:srgbClr val="5B6573"/>
                </a:solidFill>
              </a:defRPr>
            </a:lvl5pPr>
            <a:lvl6pPr>
              <a:defRPr sz="1425" b="0">
                <a:solidFill>
                  <a:srgbClr val="5B6573"/>
                </a:solidFill>
              </a:defRPr>
            </a:lvl6pPr>
            <a:lvl7pPr>
              <a:defRPr sz="1425" b="0">
                <a:solidFill>
                  <a:srgbClr val="5B6573"/>
                </a:solidFill>
              </a:defRPr>
            </a:lvl7pPr>
            <a:lvl8pPr>
              <a:defRPr sz="1425" b="0">
                <a:solidFill>
                  <a:srgbClr val="5B6573"/>
                </a:solidFill>
              </a:defRPr>
            </a:lvl8pPr>
            <a:lvl9pPr>
              <a:defRPr sz="1425" b="0">
                <a:solidFill>
                  <a:srgbClr val="5B6573"/>
                </a:solidFill>
              </a:defRPr>
            </a:lvl9pPr>
          </a:lstStyle>
          <a:p xmlns:a="http://schemas.openxmlformats.org/drawingml/2006/main">
            <a:pPr>
              <a:defRPr sz="1425" b="0">
                <a:solidFill>
                  <a:srgbClr val="5B6573"/>
                </a:solidFill>
              </a:defRPr>
            </a:pPr>
            <a:r>
              <a:rPr sz="1425" b="0">
                <a:solidFill>
                  <a:srgbClr val="5B6573"/>
                </a:solidFill>
              </a:rPr>
              <a:t>Cynthia Turner | CS 255 | October 2026</a:t>
            </a:r>
          </a:p>
        </p:txBody>
      </p:sp>
      <p:sp>
        <p:nvSpPr>
          <p:cNvPr id="5" name="">
            <a:extLst xmlns:a="http://schemas.openxmlformats.org/drawingml/2006/main">
              <a:ext uri="{FF2B5EF4-FFF2-40B4-BE49-F238E27FC236}">
                <a16:creationId xmlns:a16="http://schemas.microsoft.com/office/drawing/2014/main" id="{A4B7659F-5755-4447-9D65-2B13FFB11972}"/>
              </a:ext>
            </a:extLst>
          </p:cNvPr>
          <p:cNvSpPr>
            <a:spLocks xmlns:a="http://schemas.openxmlformats.org/drawingml/2006/main" noGrp="1"/>
          </p:cNvSpPr>
          <p:nvPr/>
        </p:nvSpPr>
        <p:spPr>
          <a:xfrm xmlns:a="http://schemas.openxmlformats.org/drawingml/2006/main">
            <a:off x="742950" y="4038600"/>
            <a:ext cx="647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F2937"/>
                </a:solidFill>
              </a:defRPr>
            </a:defPPr>
            <a:lvl1pPr>
              <a:defRPr sz="1650" b="0">
                <a:solidFill>
                  <a:srgbClr val="1F2937"/>
                </a:solidFill>
              </a:defRPr>
            </a:lvl1pPr>
            <a:lvl2pPr>
              <a:defRPr sz="1650" b="0">
                <a:solidFill>
                  <a:srgbClr val="1F2937"/>
                </a:solidFill>
              </a:defRPr>
            </a:lvl2pPr>
            <a:lvl3pPr>
              <a:defRPr sz="1650" b="0">
                <a:solidFill>
                  <a:srgbClr val="1F2937"/>
                </a:solidFill>
              </a:defRPr>
            </a:lvl3pPr>
            <a:lvl4pPr>
              <a:defRPr sz="1650" b="0">
                <a:solidFill>
                  <a:srgbClr val="1F2937"/>
                </a:solidFill>
              </a:defRPr>
            </a:lvl4pPr>
            <a:lvl5pPr>
              <a:defRPr sz="1650" b="0">
                <a:solidFill>
                  <a:srgbClr val="1F2937"/>
                </a:solidFill>
              </a:defRPr>
            </a:lvl5pPr>
            <a:lvl6pPr>
              <a:defRPr sz="1650" b="0">
                <a:solidFill>
                  <a:srgbClr val="1F2937"/>
                </a:solidFill>
              </a:defRPr>
            </a:lvl6pPr>
            <a:lvl7pPr>
              <a:defRPr sz="1650" b="0">
                <a:solidFill>
                  <a:srgbClr val="1F2937"/>
                </a:solidFill>
              </a:defRPr>
            </a:lvl7pPr>
            <a:lvl8pPr>
              <a:defRPr sz="1650" b="0">
                <a:solidFill>
                  <a:srgbClr val="1F2937"/>
                </a:solidFill>
              </a:defRPr>
            </a:lvl8pPr>
            <a:lvl9pPr>
              <a:defRPr sz="1650" b="0">
                <a:solidFill>
                  <a:srgbClr val="1F2937"/>
                </a:solidFill>
              </a:defRPr>
            </a:lvl9pPr>
          </a:lstStyle>
          <a:p xmlns:a="http://schemas.openxmlformats.org/drawingml/2006/main">
            <a:pPr>
              <a:defRPr sz="1650" b="0">
                <a:solidFill>
                  <a:srgbClr val="1F2937"/>
                </a:solidFill>
              </a:defRPr>
            </a:pPr>
            <a:r>
              <a:rPr sz="1650" b="0">
                <a:solidFill>
                  <a:srgbClr val="1F2937"/>
                </a:solidFill>
              </a:rPr>
              <a:t>A clear path from customer registration to confident lesson scheduling</a:t>
            </a:r>
          </a:p>
        </p:txBody>
      </p:sp>
    </p:spTree>
    <p:extLst>
      <p:ext uri="{BB962C8B-B14F-4D97-AF65-F5344CB8AC3E}">
        <p14:creationId xmlns:p14="http://schemas.microsoft.com/office/powerpoint/2010/main" val="1494293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12BC7F-34A0-4E5D-9B65-D0AA04E8BFB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7365D"/>
          </a:solidFill>
          <a:ln xmlns:a="http://schemas.openxmlformats.org/drawingml/2006/main" w="0">
            <a:solidFill>
              <a:srgbClr val="17365D"/>
            </a:solidFill>
            <a:prstDash val="solid"/>
          </a:ln>
        </p:spPr>
      </p:sp>
      <p:sp>
        <p:nvSpPr>
          <p:cNvPr id="2" name="">
            <a:extLst xmlns:a="http://schemas.openxmlformats.org/drawingml/2006/main">
              <a:ext uri="{FF2B5EF4-FFF2-40B4-BE49-F238E27FC236}">
                <a16:creationId xmlns:a16="http://schemas.microsoft.com/office/drawing/2014/main" id="{01E33347-D237-4CFB-9227-EBFF86FE3C24}"/>
              </a:ext>
            </a:extLst>
          </p:cNvPr>
          <p:cNvSpPr>
            <a:spLocks xmlns:a="http://schemas.openxmlformats.org/drawingml/2006/main" noGrp="1"/>
          </p:cNvSpPr>
          <p:nvPr/>
        </p:nvSpPr>
        <p:spPr>
          <a:xfrm xmlns:a="http://schemas.openxmlformats.org/drawingml/2006/main">
            <a:off x="666750" y="4191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7365D"/>
                </a:solidFill>
              </a:defRPr>
            </a:defPPr>
            <a:lvl1pPr>
              <a:defRPr sz="2250" b="1">
                <a:solidFill>
                  <a:srgbClr val="17365D"/>
                </a:solidFill>
              </a:defRPr>
            </a:lvl1pPr>
            <a:lvl2pPr>
              <a:defRPr sz="2250" b="1">
                <a:solidFill>
                  <a:srgbClr val="17365D"/>
                </a:solidFill>
              </a:defRPr>
            </a:lvl2pPr>
            <a:lvl3pPr>
              <a:defRPr sz="2250" b="1">
                <a:solidFill>
                  <a:srgbClr val="17365D"/>
                </a:solidFill>
              </a:defRPr>
            </a:lvl3pPr>
            <a:lvl4pPr>
              <a:defRPr sz="2250" b="1">
                <a:solidFill>
                  <a:srgbClr val="17365D"/>
                </a:solidFill>
              </a:defRPr>
            </a:lvl4pPr>
            <a:lvl5pPr>
              <a:defRPr sz="2250" b="1">
                <a:solidFill>
                  <a:srgbClr val="17365D"/>
                </a:solidFill>
              </a:defRPr>
            </a:lvl5pPr>
            <a:lvl6pPr>
              <a:defRPr sz="2250" b="1">
                <a:solidFill>
                  <a:srgbClr val="17365D"/>
                </a:solidFill>
              </a:defRPr>
            </a:lvl6pPr>
            <a:lvl7pPr>
              <a:defRPr sz="2250" b="1">
                <a:solidFill>
                  <a:srgbClr val="17365D"/>
                </a:solidFill>
              </a:defRPr>
            </a:lvl7pPr>
            <a:lvl8pPr>
              <a:defRPr sz="2250" b="1">
                <a:solidFill>
                  <a:srgbClr val="17365D"/>
                </a:solidFill>
              </a:defRPr>
            </a:lvl8pPr>
            <a:lvl9pPr>
              <a:defRPr sz="2250" b="1">
                <a:solidFill>
                  <a:srgbClr val="17365D"/>
                </a:solidFill>
              </a:defRPr>
            </a:lvl9pPr>
          </a:lstStyle>
          <a:p xmlns:a="http://schemas.openxmlformats.org/drawingml/2006/main">
            <a:pPr>
              <a:defRPr sz="2250" b="1">
                <a:solidFill>
                  <a:srgbClr val="17365D"/>
                </a:solidFill>
              </a:defRPr>
            </a:pPr>
            <a:r>
              <a:rPr sz="2250" b="1">
                <a:solidFill>
                  <a:srgbClr val="17365D"/>
                </a:solidFill>
              </a:rPr>
              <a:t>System Requirements</a:t>
            </a:r>
          </a:p>
        </p:txBody>
      </p:sp>
      <p:sp>
        <p:nvSpPr>
          <p:cNvPr id="3" name="">
            <a:extLst xmlns:a="http://schemas.openxmlformats.org/drawingml/2006/main">
              <a:ext uri="{FF2B5EF4-FFF2-40B4-BE49-F238E27FC236}">
                <a16:creationId xmlns:a16="http://schemas.microsoft.com/office/drawing/2014/main" id="{A0C6FC52-07B3-45DA-BE7C-73F70CBF57E9}"/>
              </a:ext>
            </a:extLst>
          </p:cNvPr>
          <p:cNvSpPr>
            <a:spLocks xmlns:a="http://schemas.openxmlformats.org/drawingml/2006/main" noGrp="1"/>
          </p:cNvSpPr>
          <p:nvPr/>
        </p:nvSpPr>
        <p:spPr>
          <a:xfrm xmlns:a="http://schemas.openxmlformats.org/drawingml/2006/main">
            <a:off x="685800" y="9525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B6573"/>
                </a:solidFill>
              </a:defRPr>
            </a:defPPr>
            <a:lvl1pPr>
              <a:defRPr sz="1200" b="0">
                <a:solidFill>
                  <a:srgbClr val="5B6573"/>
                </a:solidFill>
              </a:defRPr>
            </a:lvl1pPr>
            <a:lvl2pPr>
              <a:defRPr sz="1200" b="0">
                <a:solidFill>
                  <a:srgbClr val="5B6573"/>
                </a:solidFill>
              </a:defRPr>
            </a:lvl2pPr>
            <a:lvl3pPr>
              <a:defRPr sz="1200" b="0">
                <a:solidFill>
                  <a:srgbClr val="5B6573"/>
                </a:solidFill>
              </a:defRPr>
            </a:lvl3pPr>
            <a:lvl4pPr>
              <a:defRPr sz="1200" b="0">
                <a:solidFill>
                  <a:srgbClr val="5B6573"/>
                </a:solidFill>
              </a:defRPr>
            </a:lvl4pPr>
            <a:lvl5pPr>
              <a:defRPr sz="1200" b="0">
                <a:solidFill>
                  <a:srgbClr val="5B6573"/>
                </a:solidFill>
              </a:defRPr>
            </a:lvl5pPr>
            <a:lvl6pPr>
              <a:defRPr sz="1200" b="0">
                <a:solidFill>
                  <a:srgbClr val="5B6573"/>
                </a:solidFill>
              </a:defRPr>
            </a:lvl6pPr>
            <a:lvl7pPr>
              <a:defRPr sz="1200" b="0">
                <a:solidFill>
                  <a:srgbClr val="5B6573"/>
                </a:solidFill>
              </a:defRPr>
            </a:lvl7pPr>
            <a:lvl8pPr>
              <a:defRPr sz="1200" b="0">
                <a:solidFill>
                  <a:srgbClr val="5B6573"/>
                </a:solidFill>
              </a:defRPr>
            </a:lvl8pPr>
            <a:lvl9pPr>
              <a:defRPr sz="1200" b="0">
                <a:solidFill>
                  <a:srgbClr val="5B6573"/>
                </a:solidFill>
              </a:defRPr>
            </a:lvl9pPr>
          </a:lstStyle>
          <a:p xmlns:a="http://schemas.openxmlformats.org/drawingml/2006/main">
            <a:pPr>
              <a:defRPr sz="1200" b="0">
                <a:solidFill>
                  <a:srgbClr val="5B6573"/>
                </a:solidFill>
              </a:defRPr>
            </a:pPr>
            <a:r>
              <a:rPr sz="1200" b="0">
                <a:solidFill>
                  <a:srgbClr val="5B6573"/>
                </a:solidFill>
              </a:rPr>
              <a:t>The first release focuses on dependable scheduling, learning access, and secure records.</a:t>
            </a:r>
          </a:p>
        </p:txBody>
      </p:sp>
      <p:sp>
        <p:nvSpPr>
          <p:cNvPr id="4" name="">
            <a:extLst xmlns:a="http://schemas.openxmlformats.org/drawingml/2006/main">
              <a:ext uri="{FF2B5EF4-FFF2-40B4-BE49-F238E27FC236}">
                <a16:creationId xmlns:a16="http://schemas.microsoft.com/office/drawing/2014/main" id="{014737FB-7F13-4482-B817-09189E1C643C}"/>
              </a:ext>
            </a:extLst>
          </p:cNvPr>
          <p:cNvSpPr>
            <a:spLocks xmlns:a="http://schemas.openxmlformats.org/drawingml/2006/main" noGrp="1"/>
          </p:cNvSpPr>
          <p:nvPr/>
        </p:nvSpPr>
        <p:spPr>
          <a:xfrm xmlns:a="http://schemas.openxmlformats.org/drawingml/2006/main">
            <a:off x="685800" y="1428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65D"/>
                </a:solidFill>
              </a:defRPr>
            </a:defPPr>
            <a:lvl1pPr>
              <a:defRPr sz="1800" b="1">
                <a:solidFill>
                  <a:srgbClr val="17365D"/>
                </a:solidFill>
              </a:defRPr>
            </a:lvl1pPr>
            <a:lvl2pPr>
              <a:defRPr sz="1800" b="1">
                <a:solidFill>
                  <a:srgbClr val="17365D"/>
                </a:solidFill>
              </a:defRPr>
            </a:lvl2pPr>
            <a:lvl3pPr>
              <a:defRPr sz="1800" b="1">
                <a:solidFill>
                  <a:srgbClr val="17365D"/>
                </a:solidFill>
              </a:defRPr>
            </a:lvl3pPr>
            <a:lvl4pPr>
              <a:defRPr sz="1800" b="1">
                <a:solidFill>
                  <a:srgbClr val="17365D"/>
                </a:solidFill>
              </a:defRPr>
            </a:lvl4pPr>
            <a:lvl5pPr>
              <a:defRPr sz="1800" b="1">
                <a:solidFill>
                  <a:srgbClr val="17365D"/>
                </a:solidFill>
              </a:defRPr>
            </a:lvl5pPr>
            <a:lvl6pPr>
              <a:defRPr sz="1800" b="1">
                <a:solidFill>
                  <a:srgbClr val="17365D"/>
                </a:solidFill>
              </a:defRPr>
            </a:lvl6pPr>
            <a:lvl7pPr>
              <a:defRPr sz="1800" b="1">
                <a:solidFill>
                  <a:srgbClr val="17365D"/>
                </a:solidFill>
              </a:defRPr>
            </a:lvl7pPr>
            <a:lvl8pPr>
              <a:defRPr sz="1800" b="1">
                <a:solidFill>
                  <a:srgbClr val="17365D"/>
                </a:solidFill>
              </a:defRPr>
            </a:lvl8pPr>
            <a:lvl9pPr>
              <a:defRPr sz="1800" b="1">
                <a:solidFill>
                  <a:srgbClr val="17365D"/>
                </a:solidFill>
              </a:defRPr>
            </a:lvl9pPr>
          </a:lstStyle>
          <a:p xmlns:a="http://schemas.openxmlformats.org/drawingml/2006/main">
            <a:pPr>
              <a:defRPr sz="1800" b="1">
                <a:solidFill>
                  <a:srgbClr val="17365D"/>
                </a:solidFill>
              </a:defRPr>
            </a:pPr>
            <a:r>
              <a:rPr sz="1800" b="1">
                <a:solidFill>
                  <a:srgbClr val="17365D"/>
                </a:solidFill>
              </a:rPr>
              <a:t>What the system must do</a:t>
            </a:r>
          </a:p>
        </p:txBody>
      </p:sp>
      <p:sp>
        <p:nvSpPr>
          <p:cNvPr id="5" name="">
            <a:extLst xmlns:a="http://schemas.openxmlformats.org/drawingml/2006/main">
              <a:ext uri="{FF2B5EF4-FFF2-40B4-BE49-F238E27FC236}">
                <a16:creationId xmlns:a16="http://schemas.microsoft.com/office/drawing/2014/main" id="{80D31A06-67B9-4A9D-AE52-24B5B0757CF3}"/>
              </a:ext>
            </a:extLst>
          </p:cNvPr>
          <p:cNvSpPr>
            <a:spLocks xmlns:a="http://schemas.openxmlformats.org/drawingml/2006/main" noGrp="1"/>
          </p:cNvSpPr>
          <p:nvPr/>
        </p:nvSpPr>
        <p:spPr>
          <a:xfrm xmlns:a="http://schemas.openxmlformats.org/drawingml/2006/main">
            <a:off x="685800" y="1952625"/>
            <a:ext cx="5334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F2937"/>
                </a:solidFill>
              </a:defRPr>
            </a:defPPr>
            <a:lvl1pPr>
              <a:defRPr sz="1650" b="0">
                <a:solidFill>
                  <a:srgbClr val="1F2937"/>
                </a:solidFill>
              </a:defRPr>
            </a:lvl1pPr>
            <a:lvl2pPr>
              <a:defRPr sz="1650" b="0">
                <a:solidFill>
                  <a:srgbClr val="1F2937"/>
                </a:solidFill>
              </a:defRPr>
            </a:lvl2pPr>
            <a:lvl3pPr>
              <a:defRPr sz="1650" b="0">
                <a:solidFill>
                  <a:srgbClr val="1F2937"/>
                </a:solidFill>
              </a:defRPr>
            </a:lvl3pPr>
            <a:lvl4pPr>
              <a:defRPr sz="1650" b="0">
                <a:solidFill>
                  <a:srgbClr val="1F2937"/>
                </a:solidFill>
              </a:defRPr>
            </a:lvl4pPr>
            <a:lvl5pPr>
              <a:defRPr sz="1650" b="0">
                <a:solidFill>
                  <a:srgbClr val="1F2937"/>
                </a:solidFill>
              </a:defRPr>
            </a:lvl5pPr>
            <a:lvl6pPr>
              <a:defRPr sz="1650" b="0">
                <a:solidFill>
                  <a:srgbClr val="1F2937"/>
                </a:solidFill>
              </a:defRPr>
            </a:lvl6pPr>
            <a:lvl7pPr>
              <a:defRPr sz="1650" b="0">
                <a:solidFill>
                  <a:srgbClr val="1F2937"/>
                </a:solidFill>
              </a:defRPr>
            </a:lvl7pPr>
            <a:lvl8pPr>
              <a:defRPr sz="1650" b="0">
                <a:solidFill>
                  <a:srgbClr val="1F2937"/>
                </a:solidFill>
              </a:defRPr>
            </a:lvl8pPr>
            <a:lvl9pPr>
              <a:defRPr sz="1650" b="0">
                <a:solidFill>
                  <a:srgbClr val="1F2937"/>
                </a:solidFill>
              </a:defRPr>
            </a:lvl9pPr>
          </a:lstStyle>
          <a:p xmlns:a="http://schemas.openxmlformats.org/drawingml/2006/main">
            <a:pPr>
              <a:defRPr sz="1650" b="0">
                <a:solidFill>
                  <a:srgbClr val="1F2937"/>
                </a:solidFill>
              </a:defRPr>
            </a:pPr>
            <a:r>
              <a:rPr sz="1650" b="0">
                <a:solidFill>
                  <a:srgbClr val="1F2937"/>
                </a:solidFill>
              </a:rPr>
              <a:t>• Customers can register, choose a package, and manage their own reservations.</a:t>
            </a:r>
          </a:p>
          <a:p xmlns:a="http://schemas.openxmlformats.org/drawingml/2006/main">
            <a:pPr>
              <a:defRPr sz="1650" b="0">
                <a:solidFill>
                  <a:srgbClr val="1F2937"/>
                </a:solidFill>
              </a:defRPr>
            </a:pPr>
            <a:r>
              <a:rPr sz="1650" b="0">
                <a:solidFill>
                  <a:srgbClr val="1F2937"/>
                </a:solidFill>
              </a:rPr>
              <a:t>• The secretary can help customers and assign available drivers and vehicles.</a:t>
            </a:r>
          </a:p>
          <a:p xmlns:a="http://schemas.openxmlformats.org/drawingml/2006/main">
            <a:pPr>
              <a:defRPr sz="1650" b="0">
                <a:solidFill>
                  <a:srgbClr val="1F2937"/>
                </a:solidFill>
              </a:defRPr>
            </a:pPr>
            <a:r>
              <a:rPr sz="1650" b="0">
                <a:solidFill>
                  <a:srgbClr val="1F2937"/>
                </a:solidFill>
              </a:rPr>
              <a:t>• Customers can use online classes and practice tests when their package includes them.</a:t>
            </a:r>
          </a:p>
          <a:p xmlns:a="http://schemas.openxmlformats.org/drawingml/2006/main">
            <a:pPr>
              <a:defRPr sz="1650" b="0">
                <a:solidFill>
                  <a:srgbClr val="1F2937"/>
                </a:solidFill>
              </a:defRPr>
            </a:pPr>
            <a:r>
              <a:rPr sz="1650" b="0">
                <a:solidFill>
                  <a:srgbClr val="1F2937"/>
                </a:solidFill>
              </a:rPr>
              <a:t>• The owner can view and download business activity reports.</a:t>
            </a:r>
          </a:p>
        </p:txBody>
      </p:sp>
      <p:sp>
        <p:nvSpPr>
          <p:cNvPr id="6" name="">
            <a:extLst xmlns:a="http://schemas.openxmlformats.org/drawingml/2006/main">
              <a:ext uri="{FF2B5EF4-FFF2-40B4-BE49-F238E27FC236}">
                <a16:creationId xmlns:a16="http://schemas.microsoft.com/office/drawing/2014/main" id="{57225A1F-0E6D-4E74-AE0F-C93CB2B9E119}"/>
              </a:ext>
            </a:extLst>
          </p:cNvPr>
          <p:cNvSpPr>
            <a:spLocks xmlns:a="http://schemas.openxmlformats.org/drawingml/2006/main" noGrp="1"/>
          </p:cNvSpPr>
          <p:nvPr/>
        </p:nvSpPr>
        <p:spPr>
          <a:xfrm xmlns:a="http://schemas.openxmlformats.org/drawingml/2006/main">
            <a:off x="6858000" y="1428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65D"/>
                </a:solidFill>
              </a:defRPr>
            </a:defPPr>
            <a:lvl1pPr>
              <a:defRPr sz="1800" b="1">
                <a:solidFill>
                  <a:srgbClr val="17365D"/>
                </a:solidFill>
              </a:defRPr>
            </a:lvl1pPr>
            <a:lvl2pPr>
              <a:defRPr sz="1800" b="1">
                <a:solidFill>
                  <a:srgbClr val="17365D"/>
                </a:solidFill>
              </a:defRPr>
            </a:lvl2pPr>
            <a:lvl3pPr>
              <a:defRPr sz="1800" b="1">
                <a:solidFill>
                  <a:srgbClr val="17365D"/>
                </a:solidFill>
              </a:defRPr>
            </a:lvl3pPr>
            <a:lvl4pPr>
              <a:defRPr sz="1800" b="1">
                <a:solidFill>
                  <a:srgbClr val="17365D"/>
                </a:solidFill>
              </a:defRPr>
            </a:lvl4pPr>
            <a:lvl5pPr>
              <a:defRPr sz="1800" b="1">
                <a:solidFill>
                  <a:srgbClr val="17365D"/>
                </a:solidFill>
              </a:defRPr>
            </a:lvl5pPr>
            <a:lvl6pPr>
              <a:defRPr sz="1800" b="1">
                <a:solidFill>
                  <a:srgbClr val="17365D"/>
                </a:solidFill>
              </a:defRPr>
            </a:lvl6pPr>
            <a:lvl7pPr>
              <a:defRPr sz="1800" b="1">
                <a:solidFill>
                  <a:srgbClr val="17365D"/>
                </a:solidFill>
              </a:defRPr>
            </a:lvl7pPr>
            <a:lvl8pPr>
              <a:defRPr sz="1800" b="1">
                <a:solidFill>
                  <a:srgbClr val="17365D"/>
                </a:solidFill>
              </a:defRPr>
            </a:lvl8pPr>
            <a:lvl9pPr>
              <a:defRPr sz="1800" b="1">
                <a:solidFill>
                  <a:srgbClr val="17365D"/>
                </a:solidFill>
              </a:defRPr>
            </a:lvl9pPr>
          </a:lstStyle>
          <a:p xmlns:a="http://schemas.openxmlformats.org/drawingml/2006/main">
            <a:pPr>
              <a:defRPr sz="1800" b="1">
                <a:solidFill>
                  <a:srgbClr val="17365D"/>
                </a:solidFill>
              </a:defRPr>
            </a:pPr>
            <a:r>
              <a:rPr sz="1800" b="1">
                <a:solidFill>
                  <a:srgbClr val="17365D"/>
                </a:solidFill>
              </a:rPr>
              <a:t>How the system should work</a:t>
            </a:r>
          </a:p>
        </p:txBody>
      </p:sp>
      <p:sp>
        <p:nvSpPr>
          <p:cNvPr id="7" name="">
            <a:extLst xmlns:a="http://schemas.openxmlformats.org/drawingml/2006/main">
              <a:ext uri="{FF2B5EF4-FFF2-40B4-BE49-F238E27FC236}">
                <a16:creationId xmlns:a16="http://schemas.microsoft.com/office/drawing/2014/main" id="{661FF95C-CC91-4C81-97E8-C11DF564296B}"/>
              </a:ext>
            </a:extLst>
          </p:cNvPr>
          <p:cNvSpPr>
            <a:spLocks xmlns:a="http://schemas.openxmlformats.org/drawingml/2006/main" noGrp="1"/>
          </p:cNvSpPr>
          <p:nvPr/>
        </p:nvSpPr>
        <p:spPr>
          <a:xfrm xmlns:a="http://schemas.openxmlformats.org/drawingml/2006/main">
            <a:off x="6858000" y="1952625"/>
            <a:ext cx="4476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F2937"/>
                </a:solidFill>
              </a:defRPr>
            </a:defPPr>
            <a:lvl1pPr>
              <a:defRPr sz="1650" b="0">
                <a:solidFill>
                  <a:srgbClr val="1F2937"/>
                </a:solidFill>
              </a:defRPr>
            </a:lvl1pPr>
            <a:lvl2pPr>
              <a:defRPr sz="1650" b="0">
                <a:solidFill>
                  <a:srgbClr val="1F2937"/>
                </a:solidFill>
              </a:defRPr>
            </a:lvl2pPr>
            <a:lvl3pPr>
              <a:defRPr sz="1650" b="0">
                <a:solidFill>
                  <a:srgbClr val="1F2937"/>
                </a:solidFill>
              </a:defRPr>
            </a:lvl3pPr>
            <a:lvl4pPr>
              <a:defRPr sz="1650" b="0">
                <a:solidFill>
                  <a:srgbClr val="1F2937"/>
                </a:solidFill>
              </a:defRPr>
            </a:lvl4pPr>
            <a:lvl5pPr>
              <a:defRPr sz="1650" b="0">
                <a:solidFill>
                  <a:srgbClr val="1F2937"/>
                </a:solidFill>
              </a:defRPr>
            </a:lvl5pPr>
            <a:lvl6pPr>
              <a:defRPr sz="1650" b="0">
                <a:solidFill>
                  <a:srgbClr val="1F2937"/>
                </a:solidFill>
              </a:defRPr>
            </a:lvl6pPr>
            <a:lvl7pPr>
              <a:defRPr sz="1650" b="0">
                <a:solidFill>
                  <a:srgbClr val="1F2937"/>
                </a:solidFill>
              </a:defRPr>
            </a:lvl7pPr>
            <a:lvl8pPr>
              <a:defRPr sz="1650" b="0">
                <a:solidFill>
                  <a:srgbClr val="1F2937"/>
                </a:solidFill>
              </a:defRPr>
            </a:lvl8pPr>
            <a:lvl9pPr>
              <a:defRPr sz="1650" b="0">
                <a:solidFill>
                  <a:srgbClr val="1F2937"/>
                </a:solidFill>
              </a:defRPr>
            </a:lvl9pPr>
          </a:lstStyle>
          <a:p xmlns:a="http://schemas.openxmlformats.org/drawingml/2006/main">
            <a:pPr>
              <a:defRPr sz="1650" b="0">
                <a:solidFill>
                  <a:srgbClr val="1F2937"/>
                </a:solidFill>
              </a:defRPr>
            </a:pPr>
            <a:r>
              <a:rPr sz="1650" b="0">
                <a:solidFill>
                  <a:srgbClr val="1F2937"/>
                </a:solidFill>
              </a:rPr>
              <a:t>• Pages should load within about three seconds in normal conditions.</a:t>
            </a:r>
          </a:p>
          <a:p xmlns:a="http://schemas.openxmlformats.org/drawingml/2006/main">
            <a:pPr>
              <a:defRPr sz="1650" b="0">
                <a:solidFill>
                  <a:srgbClr val="1F2937"/>
                </a:solidFill>
              </a:defRPr>
            </a:pPr>
            <a:r>
              <a:rPr sz="1650" b="0">
                <a:solidFill>
                  <a:srgbClr val="1F2937"/>
                </a:solidFill>
              </a:rPr>
              <a:t>• Reservation searches and confirmations should return within five seconds.</a:t>
            </a:r>
          </a:p>
          <a:p xmlns:a="http://schemas.openxmlformats.org/drawingml/2006/main">
            <a:pPr>
              <a:defRPr sz="1650" b="0">
                <a:solidFill>
                  <a:srgbClr val="1F2937"/>
                </a:solidFill>
              </a:defRPr>
            </a:pPr>
            <a:r>
              <a:rPr sz="1650" b="0">
                <a:solidFill>
                  <a:srgbClr val="1F2937"/>
                </a:solidFill>
              </a:rPr>
              <a:t>• The service should work through supported browsers on computers and mobile devices.</a:t>
            </a:r>
          </a:p>
          <a:p xmlns:a="http://schemas.openxmlformats.org/drawingml/2006/main">
            <a:pPr>
              <a:defRPr sz="1650" b="0">
                <a:solidFill>
                  <a:srgbClr val="1F2937"/>
                </a:solidFill>
              </a:defRPr>
            </a:pPr>
            <a:r>
              <a:rPr sz="1650" b="0">
                <a:solidFill>
                  <a:srgbClr val="1F2937"/>
                </a:solidFill>
              </a:rPr>
              <a:t>• The system should keep backups and preserve changes when several people work at once.</a:t>
            </a:r>
          </a:p>
        </p:txBody>
      </p:sp>
    </p:spTree>
    <p:extLst>
      <p:ext uri="{BB962C8B-B14F-4D97-AF65-F5344CB8AC3E}">
        <p14:creationId xmlns:p14="http://schemas.microsoft.com/office/powerpoint/2010/main" val="13468465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2D7600-6AEE-4A3F-A501-8693FA2E5B2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7365D"/>
          </a:solidFill>
          <a:ln xmlns:a="http://schemas.openxmlformats.org/drawingml/2006/main" w="0">
            <a:solidFill>
              <a:srgbClr val="17365D"/>
            </a:solidFill>
            <a:prstDash val="solid"/>
          </a:ln>
        </p:spPr>
      </p:sp>
      <p:sp>
        <p:nvSpPr>
          <p:cNvPr id="2" name="">
            <a:extLst xmlns:a="http://schemas.openxmlformats.org/drawingml/2006/main">
              <a:ext uri="{FF2B5EF4-FFF2-40B4-BE49-F238E27FC236}">
                <a16:creationId xmlns:a16="http://schemas.microsoft.com/office/drawing/2014/main" id="{1E3F0F40-A265-40C8-98E8-AD716A3D4694}"/>
              </a:ext>
            </a:extLst>
          </p:cNvPr>
          <p:cNvSpPr>
            <a:spLocks xmlns:a="http://schemas.openxmlformats.org/drawingml/2006/main" noGrp="1"/>
          </p:cNvSpPr>
          <p:nvPr/>
        </p:nvSpPr>
        <p:spPr>
          <a:xfrm xmlns:a="http://schemas.openxmlformats.org/drawingml/2006/main">
            <a:off x="666750" y="4191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7365D"/>
                </a:solidFill>
              </a:defRPr>
            </a:defPPr>
            <a:lvl1pPr>
              <a:defRPr sz="2250" b="1">
                <a:solidFill>
                  <a:srgbClr val="17365D"/>
                </a:solidFill>
              </a:defRPr>
            </a:lvl1pPr>
            <a:lvl2pPr>
              <a:defRPr sz="2250" b="1">
                <a:solidFill>
                  <a:srgbClr val="17365D"/>
                </a:solidFill>
              </a:defRPr>
            </a:lvl2pPr>
            <a:lvl3pPr>
              <a:defRPr sz="2250" b="1">
                <a:solidFill>
                  <a:srgbClr val="17365D"/>
                </a:solidFill>
              </a:defRPr>
            </a:lvl3pPr>
            <a:lvl4pPr>
              <a:defRPr sz="2250" b="1">
                <a:solidFill>
                  <a:srgbClr val="17365D"/>
                </a:solidFill>
              </a:defRPr>
            </a:lvl4pPr>
            <a:lvl5pPr>
              <a:defRPr sz="2250" b="1">
                <a:solidFill>
                  <a:srgbClr val="17365D"/>
                </a:solidFill>
              </a:defRPr>
            </a:lvl5pPr>
            <a:lvl6pPr>
              <a:defRPr sz="2250" b="1">
                <a:solidFill>
                  <a:srgbClr val="17365D"/>
                </a:solidFill>
              </a:defRPr>
            </a:lvl6pPr>
            <a:lvl7pPr>
              <a:defRPr sz="2250" b="1">
                <a:solidFill>
                  <a:srgbClr val="17365D"/>
                </a:solidFill>
              </a:defRPr>
            </a:lvl7pPr>
            <a:lvl8pPr>
              <a:defRPr sz="2250" b="1">
                <a:solidFill>
                  <a:srgbClr val="17365D"/>
                </a:solidFill>
              </a:defRPr>
            </a:lvl8pPr>
            <a:lvl9pPr>
              <a:defRPr sz="2250" b="1">
                <a:solidFill>
                  <a:srgbClr val="17365D"/>
                </a:solidFill>
              </a:defRPr>
            </a:lvl9pPr>
          </a:lstStyle>
          <a:p xmlns:a="http://schemas.openxmlformats.org/drawingml/2006/main">
            <a:pPr>
              <a:defRPr sz="2250" b="1">
                <a:solidFill>
                  <a:srgbClr val="17365D"/>
                </a:solidFill>
              </a:defRPr>
            </a:pPr>
            <a:r>
              <a:rPr sz="2250" b="1">
                <a:solidFill>
                  <a:srgbClr val="17365D"/>
                </a:solidFill>
              </a:rPr>
              <a:t>Use Case Diagram</a:t>
            </a:r>
          </a:p>
        </p:txBody>
      </p:sp>
      <p:sp>
        <p:nvSpPr>
          <p:cNvPr id="3" name="">
            <a:extLst xmlns:a="http://schemas.openxmlformats.org/drawingml/2006/main">
              <a:ext uri="{FF2B5EF4-FFF2-40B4-BE49-F238E27FC236}">
                <a16:creationId xmlns:a16="http://schemas.microsoft.com/office/drawing/2014/main" id="{FA1D9F70-8D58-46BB-AE3B-C2F44FC4A6B5}"/>
              </a:ext>
            </a:extLst>
          </p:cNvPr>
          <p:cNvSpPr>
            <a:spLocks xmlns:a="http://schemas.openxmlformats.org/drawingml/2006/main" noGrp="1"/>
          </p:cNvSpPr>
          <p:nvPr/>
        </p:nvSpPr>
        <p:spPr>
          <a:xfrm xmlns:a="http://schemas.openxmlformats.org/drawingml/2006/main">
            <a:off x="685800" y="9525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B6573"/>
                </a:solidFill>
              </a:defRPr>
            </a:defPPr>
            <a:lvl1pPr>
              <a:defRPr sz="1200" b="0">
                <a:solidFill>
                  <a:srgbClr val="5B6573"/>
                </a:solidFill>
              </a:defRPr>
            </a:lvl1pPr>
            <a:lvl2pPr>
              <a:defRPr sz="1200" b="0">
                <a:solidFill>
                  <a:srgbClr val="5B6573"/>
                </a:solidFill>
              </a:defRPr>
            </a:lvl2pPr>
            <a:lvl3pPr>
              <a:defRPr sz="1200" b="0">
                <a:solidFill>
                  <a:srgbClr val="5B6573"/>
                </a:solidFill>
              </a:defRPr>
            </a:lvl3pPr>
            <a:lvl4pPr>
              <a:defRPr sz="1200" b="0">
                <a:solidFill>
                  <a:srgbClr val="5B6573"/>
                </a:solidFill>
              </a:defRPr>
            </a:lvl4pPr>
            <a:lvl5pPr>
              <a:defRPr sz="1200" b="0">
                <a:solidFill>
                  <a:srgbClr val="5B6573"/>
                </a:solidFill>
              </a:defRPr>
            </a:lvl5pPr>
            <a:lvl6pPr>
              <a:defRPr sz="1200" b="0">
                <a:solidFill>
                  <a:srgbClr val="5B6573"/>
                </a:solidFill>
              </a:defRPr>
            </a:lvl6pPr>
            <a:lvl7pPr>
              <a:defRPr sz="1200" b="0">
                <a:solidFill>
                  <a:srgbClr val="5B6573"/>
                </a:solidFill>
              </a:defRPr>
            </a:lvl7pPr>
            <a:lvl8pPr>
              <a:defRPr sz="1200" b="0">
                <a:solidFill>
                  <a:srgbClr val="5B6573"/>
                </a:solidFill>
              </a:defRPr>
            </a:lvl8pPr>
            <a:lvl9pPr>
              <a:defRPr sz="1200" b="0">
                <a:solidFill>
                  <a:srgbClr val="5B6573"/>
                </a:solidFill>
              </a:defRPr>
            </a:lvl9pPr>
          </a:lstStyle>
          <a:p xmlns:a="http://schemas.openxmlformats.org/drawingml/2006/main">
            <a:pPr>
              <a:defRPr sz="1200" b="0">
                <a:solidFill>
                  <a:srgbClr val="5B6573"/>
                </a:solidFill>
              </a:defRPr>
            </a:pPr>
            <a:r>
              <a:rPr sz="1200" b="0">
                <a:solidFill>
                  <a:srgbClr val="5B6573"/>
                </a:solidFill>
              </a:rPr>
              <a:t>The system gives each person a focused set of responsibilities.</a:t>
            </a:r>
          </a:p>
        </p:txBody>
      </p:sp>
      <p:pic>
        <p:nvPicPr>
          <p:cNvPr id="4" name="">
            <a:extLst xmlns:a="http://schemas.openxmlformats.org/drawingml/2006/main">
              <a:ext uri="{FF2B5EF4-FFF2-40B4-BE49-F238E27FC236}">
                <a16:creationId xmlns:a16="http://schemas.microsoft.com/office/drawing/2014/main" id="{E9AD13DC-1032-495E-BEB0-7168B29BFF46}"/>
              </a:ext>
            </a:extLst>
          </p:cNvPr>
          <p:cNvPicPr>
            <a:picLocks xmlns:a="http://schemas.openxmlformats.org/drawingml/2006/main" noChangeAspect="1"/>
          </p:cNvPicPr>
          <p:nvPr/>
        </p:nvPicPr>
        <p:blipFill>
          <a:blip xmlns:r="http://schemas.openxmlformats.org/officeDocument/2006/relationships" xmlns:a="http://schemas.openxmlformats.org/drawingml/2006/main" r:embed="R0665124b60c140e8"/>
          <a:stretch xmlns:a="http://schemas.openxmlformats.org/drawingml/2006/main"/>
        </p:blipFill>
        <p:spPr>
          <a:xfrm xmlns:a="http://schemas.openxmlformats.org/drawingml/2006/main">
            <a:off x="2337121" y="1381125"/>
            <a:ext cx="7517758" cy="4762500"/>
          </a:xfrm>
          <a:prstGeom xmlns:a="http://schemas.openxmlformats.org/drawingml/2006/main" prst="rect">
            <a:avLst/>
          </a:prstGeom>
        </p:spPr>
      </p:pic>
    </p:spTree>
    <p:extLst>
      <p:ext uri="{BB962C8B-B14F-4D97-AF65-F5344CB8AC3E}">
        <p14:creationId xmlns:p14="http://schemas.microsoft.com/office/powerpoint/2010/main" val="13876335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720D3B-2EC8-49FC-A463-3C08BD904A5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7365D"/>
          </a:solidFill>
          <a:ln xmlns:a="http://schemas.openxmlformats.org/drawingml/2006/main" w="0">
            <a:solidFill>
              <a:srgbClr val="17365D"/>
            </a:solidFill>
            <a:prstDash val="solid"/>
          </a:ln>
        </p:spPr>
      </p:sp>
      <p:sp>
        <p:nvSpPr>
          <p:cNvPr id="2" name="">
            <a:extLst xmlns:a="http://schemas.openxmlformats.org/drawingml/2006/main">
              <a:ext uri="{FF2B5EF4-FFF2-40B4-BE49-F238E27FC236}">
                <a16:creationId xmlns:a16="http://schemas.microsoft.com/office/drawing/2014/main" id="{BF1996DA-AD46-4FA1-806A-F71063BFADC4}"/>
              </a:ext>
            </a:extLst>
          </p:cNvPr>
          <p:cNvSpPr>
            <a:spLocks xmlns:a="http://schemas.openxmlformats.org/drawingml/2006/main" noGrp="1"/>
          </p:cNvSpPr>
          <p:nvPr/>
        </p:nvSpPr>
        <p:spPr>
          <a:xfrm xmlns:a="http://schemas.openxmlformats.org/drawingml/2006/main">
            <a:off x="666750" y="4191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7365D"/>
                </a:solidFill>
              </a:defRPr>
            </a:defPPr>
            <a:lvl1pPr>
              <a:defRPr sz="2250" b="1">
                <a:solidFill>
                  <a:srgbClr val="17365D"/>
                </a:solidFill>
              </a:defRPr>
            </a:lvl1pPr>
            <a:lvl2pPr>
              <a:defRPr sz="2250" b="1">
                <a:solidFill>
                  <a:srgbClr val="17365D"/>
                </a:solidFill>
              </a:defRPr>
            </a:lvl2pPr>
            <a:lvl3pPr>
              <a:defRPr sz="2250" b="1">
                <a:solidFill>
                  <a:srgbClr val="17365D"/>
                </a:solidFill>
              </a:defRPr>
            </a:lvl3pPr>
            <a:lvl4pPr>
              <a:defRPr sz="2250" b="1">
                <a:solidFill>
                  <a:srgbClr val="17365D"/>
                </a:solidFill>
              </a:defRPr>
            </a:lvl4pPr>
            <a:lvl5pPr>
              <a:defRPr sz="2250" b="1">
                <a:solidFill>
                  <a:srgbClr val="17365D"/>
                </a:solidFill>
              </a:defRPr>
            </a:lvl5pPr>
            <a:lvl6pPr>
              <a:defRPr sz="2250" b="1">
                <a:solidFill>
                  <a:srgbClr val="17365D"/>
                </a:solidFill>
              </a:defRPr>
            </a:lvl6pPr>
            <a:lvl7pPr>
              <a:defRPr sz="2250" b="1">
                <a:solidFill>
                  <a:srgbClr val="17365D"/>
                </a:solidFill>
              </a:defRPr>
            </a:lvl7pPr>
            <a:lvl8pPr>
              <a:defRPr sz="2250" b="1">
                <a:solidFill>
                  <a:srgbClr val="17365D"/>
                </a:solidFill>
              </a:defRPr>
            </a:lvl8pPr>
            <a:lvl9pPr>
              <a:defRPr sz="2250" b="1">
                <a:solidFill>
                  <a:srgbClr val="17365D"/>
                </a:solidFill>
              </a:defRPr>
            </a:lvl9pPr>
          </a:lstStyle>
          <a:p xmlns:a="http://schemas.openxmlformats.org/drawingml/2006/main">
            <a:pPr>
              <a:defRPr sz="2250" b="1">
                <a:solidFill>
                  <a:srgbClr val="17365D"/>
                </a:solidFill>
              </a:defRPr>
            </a:pPr>
            <a:r>
              <a:rPr sz="2250" b="1">
                <a:solidFill>
                  <a:srgbClr val="17365D"/>
                </a:solidFill>
              </a:rPr>
              <a:t>Activity Diagram</a:t>
            </a:r>
          </a:p>
        </p:txBody>
      </p:sp>
      <p:sp>
        <p:nvSpPr>
          <p:cNvPr id="3" name="">
            <a:extLst xmlns:a="http://schemas.openxmlformats.org/drawingml/2006/main">
              <a:ext uri="{FF2B5EF4-FFF2-40B4-BE49-F238E27FC236}">
                <a16:creationId xmlns:a16="http://schemas.microsoft.com/office/drawing/2014/main" id="{0D51B19F-ACA3-4F44-9CB3-BD573773F8EC}"/>
              </a:ext>
            </a:extLst>
          </p:cNvPr>
          <p:cNvSpPr>
            <a:spLocks xmlns:a="http://schemas.openxmlformats.org/drawingml/2006/main" noGrp="1"/>
          </p:cNvSpPr>
          <p:nvPr/>
        </p:nvSpPr>
        <p:spPr>
          <a:xfrm xmlns:a="http://schemas.openxmlformats.org/drawingml/2006/main">
            <a:off x="685800" y="9525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B6573"/>
                </a:solidFill>
              </a:defRPr>
            </a:defPPr>
            <a:lvl1pPr>
              <a:defRPr sz="1200" b="0">
                <a:solidFill>
                  <a:srgbClr val="5B6573"/>
                </a:solidFill>
              </a:defRPr>
            </a:lvl1pPr>
            <a:lvl2pPr>
              <a:defRPr sz="1200" b="0">
                <a:solidFill>
                  <a:srgbClr val="5B6573"/>
                </a:solidFill>
              </a:defRPr>
            </a:lvl2pPr>
            <a:lvl3pPr>
              <a:defRPr sz="1200" b="0">
                <a:solidFill>
                  <a:srgbClr val="5B6573"/>
                </a:solidFill>
              </a:defRPr>
            </a:lvl3pPr>
            <a:lvl4pPr>
              <a:defRPr sz="1200" b="0">
                <a:solidFill>
                  <a:srgbClr val="5B6573"/>
                </a:solidFill>
              </a:defRPr>
            </a:lvl4pPr>
            <a:lvl5pPr>
              <a:defRPr sz="1200" b="0">
                <a:solidFill>
                  <a:srgbClr val="5B6573"/>
                </a:solidFill>
              </a:defRPr>
            </a:lvl5pPr>
            <a:lvl6pPr>
              <a:defRPr sz="1200" b="0">
                <a:solidFill>
                  <a:srgbClr val="5B6573"/>
                </a:solidFill>
              </a:defRPr>
            </a:lvl6pPr>
            <a:lvl7pPr>
              <a:defRPr sz="1200" b="0">
                <a:solidFill>
                  <a:srgbClr val="5B6573"/>
                </a:solidFill>
              </a:defRPr>
            </a:lvl7pPr>
            <a:lvl8pPr>
              <a:defRPr sz="1200" b="0">
                <a:solidFill>
                  <a:srgbClr val="5B6573"/>
                </a:solidFill>
              </a:defRPr>
            </a:lvl8pPr>
            <a:lvl9pPr>
              <a:defRPr sz="1200" b="0">
                <a:solidFill>
                  <a:srgbClr val="5B6573"/>
                </a:solidFill>
              </a:defRPr>
            </a:lvl9pPr>
          </a:lstStyle>
          <a:p xmlns:a="http://schemas.openxmlformats.org/drawingml/2006/main">
            <a:pPr>
              <a:defRPr sz="1200" b="0">
                <a:solidFill>
                  <a:srgbClr val="5B6573"/>
                </a:solidFill>
              </a:defRPr>
            </a:pPr>
            <a:r>
              <a:rPr sz="1200" b="0">
                <a:solidFill>
                  <a:srgbClr val="5B6573"/>
                </a:solidFill>
              </a:rPr>
              <a:t>Scheduling a lesson includes an availability check before the appointment is saved.</a:t>
            </a:r>
          </a:p>
        </p:txBody>
      </p:sp>
      <p:pic>
        <p:nvPicPr>
          <p:cNvPr id="4" name="">
            <a:extLst xmlns:a="http://schemas.openxmlformats.org/drawingml/2006/main">
              <a:ext uri="{FF2B5EF4-FFF2-40B4-BE49-F238E27FC236}">
                <a16:creationId xmlns:a16="http://schemas.microsoft.com/office/drawing/2014/main" id="{AE037205-A0BD-47B4-A728-E1CC6A193E23}"/>
              </a:ext>
            </a:extLst>
          </p:cNvPr>
          <p:cNvPicPr>
            <a:picLocks xmlns:a="http://schemas.openxmlformats.org/drawingml/2006/main" noChangeAspect="1"/>
          </p:cNvPicPr>
          <p:nvPr/>
        </p:nvPicPr>
        <p:blipFill>
          <a:blip xmlns:r="http://schemas.openxmlformats.org/officeDocument/2006/relationships" xmlns:a="http://schemas.openxmlformats.org/drawingml/2006/main" r:embed="R7d7af7be82f7495b"/>
          <a:stretch xmlns:a="http://schemas.openxmlformats.org/drawingml/2006/main"/>
        </p:blipFill>
        <p:spPr>
          <a:xfrm xmlns:a="http://schemas.openxmlformats.org/drawingml/2006/main">
            <a:off x="3333750" y="2060115"/>
            <a:ext cx="5524500" cy="3499771"/>
          </a:xfrm>
          <a:prstGeom xmlns:a="http://schemas.openxmlformats.org/drawingml/2006/main" prst="rect">
            <a:avLst/>
          </a:prstGeom>
        </p:spPr>
      </p:pic>
    </p:spTree>
    <p:extLst>
      <p:ext uri="{BB962C8B-B14F-4D97-AF65-F5344CB8AC3E}">
        <p14:creationId xmlns:p14="http://schemas.microsoft.com/office/powerpoint/2010/main" val="12854598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B77F2C-8538-4482-8C74-3C4F25C1314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7365D"/>
          </a:solidFill>
          <a:ln xmlns:a="http://schemas.openxmlformats.org/drawingml/2006/main" w="0">
            <a:solidFill>
              <a:srgbClr val="17365D"/>
            </a:solidFill>
            <a:prstDash val="solid"/>
          </a:ln>
        </p:spPr>
      </p:sp>
      <p:sp>
        <p:nvSpPr>
          <p:cNvPr id="2" name="">
            <a:extLst xmlns:a="http://schemas.openxmlformats.org/drawingml/2006/main">
              <a:ext uri="{FF2B5EF4-FFF2-40B4-BE49-F238E27FC236}">
                <a16:creationId xmlns:a16="http://schemas.microsoft.com/office/drawing/2014/main" id="{8C4A3B11-8DF6-4043-B76C-163618BF34FE}"/>
              </a:ext>
            </a:extLst>
          </p:cNvPr>
          <p:cNvSpPr>
            <a:spLocks xmlns:a="http://schemas.openxmlformats.org/drawingml/2006/main" noGrp="1"/>
          </p:cNvSpPr>
          <p:nvPr/>
        </p:nvSpPr>
        <p:spPr>
          <a:xfrm xmlns:a="http://schemas.openxmlformats.org/drawingml/2006/main">
            <a:off x="666750" y="4191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7365D"/>
                </a:solidFill>
              </a:defRPr>
            </a:defPPr>
            <a:lvl1pPr>
              <a:defRPr sz="2250" b="1">
                <a:solidFill>
                  <a:srgbClr val="17365D"/>
                </a:solidFill>
              </a:defRPr>
            </a:lvl1pPr>
            <a:lvl2pPr>
              <a:defRPr sz="2250" b="1">
                <a:solidFill>
                  <a:srgbClr val="17365D"/>
                </a:solidFill>
              </a:defRPr>
            </a:lvl2pPr>
            <a:lvl3pPr>
              <a:defRPr sz="2250" b="1">
                <a:solidFill>
                  <a:srgbClr val="17365D"/>
                </a:solidFill>
              </a:defRPr>
            </a:lvl3pPr>
            <a:lvl4pPr>
              <a:defRPr sz="2250" b="1">
                <a:solidFill>
                  <a:srgbClr val="17365D"/>
                </a:solidFill>
              </a:defRPr>
            </a:lvl4pPr>
            <a:lvl5pPr>
              <a:defRPr sz="2250" b="1">
                <a:solidFill>
                  <a:srgbClr val="17365D"/>
                </a:solidFill>
              </a:defRPr>
            </a:lvl5pPr>
            <a:lvl6pPr>
              <a:defRPr sz="2250" b="1">
                <a:solidFill>
                  <a:srgbClr val="17365D"/>
                </a:solidFill>
              </a:defRPr>
            </a:lvl6pPr>
            <a:lvl7pPr>
              <a:defRPr sz="2250" b="1">
                <a:solidFill>
                  <a:srgbClr val="17365D"/>
                </a:solidFill>
              </a:defRPr>
            </a:lvl7pPr>
            <a:lvl8pPr>
              <a:defRPr sz="2250" b="1">
                <a:solidFill>
                  <a:srgbClr val="17365D"/>
                </a:solidFill>
              </a:defRPr>
            </a:lvl8pPr>
            <a:lvl9pPr>
              <a:defRPr sz="2250" b="1">
                <a:solidFill>
                  <a:srgbClr val="17365D"/>
                </a:solidFill>
              </a:defRPr>
            </a:lvl9pPr>
          </a:lstStyle>
          <a:p xmlns:a="http://schemas.openxmlformats.org/drawingml/2006/main">
            <a:pPr>
              <a:defRPr sz="2250" b="1">
                <a:solidFill>
                  <a:srgbClr val="17365D"/>
                </a:solidFill>
              </a:defRPr>
            </a:pPr>
            <a:r>
              <a:rPr sz="2250" b="1">
                <a:solidFill>
                  <a:srgbClr val="17365D"/>
                </a:solidFill>
              </a:rPr>
              <a:t>Security</a:t>
            </a:r>
          </a:p>
        </p:txBody>
      </p:sp>
      <p:sp>
        <p:nvSpPr>
          <p:cNvPr id="3" name="">
            <a:extLst xmlns:a="http://schemas.openxmlformats.org/drawingml/2006/main">
              <a:ext uri="{FF2B5EF4-FFF2-40B4-BE49-F238E27FC236}">
                <a16:creationId xmlns:a16="http://schemas.microsoft.com/office/drawing/2014/main" id="{46EDD9FD-8A9A-4E7C-A184-12EEDBF89552}"/>
              </a:ext>
            </a:extLst>
          </p:cNvPr>
          <p:cNvSpPr>
            <a:spLocks xmlns:a="http://schemas.openxmlformats.org/drawingml/2006/main" noGrp="1"/>
          </p:cNvSpPr>
          <p:nvPr/>
        </p:nvSpPr>
        <p:spPr>
          <a:xfrm xmlns:a="http://schemas.openxmlformats.org/drawingml/2006/main">
            <a:off x="685800" y="9525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B6573"/>
                </a:solidFill>
              </a:defRPr>
            </a:defPPr>
            <a:lvl1pPr>
              <a:defRPr sz="1200" b="0">
                <a:solidFill>
                  <a:srgbClr val="5B6573"/>
                </a:solidFill>
              </a:defRPr>
            </a:lvl1pPr>
            <a:lvl2pPr>
              <a:defRPr sz="1200" b="0">
                <a:solidFill>
                  <a:srgbClr val="5B6573"/>
                </a:solidFill>
              </a:defRPr>
            </a:lvl2pPr>
            <a:lvl3pPr>
              <a:defRPr sz="1200" b="0">
                <a:solidFill>
                  <a:srgbClr val="5B6573"/>
                </a:solidFill>
              </a:defRPr>
            </a:lvl3pPr>
            <a:lvl4pPr>
              <a:defRPr sz="1200" b="0">
                <a:solidFill>
                  <a:srgbClr val="5B6573"/>
                </a:solidFill>
              </a:defRPr>
            </a:lvl4pPr>
            <a:lvl5pPr>
              <a:defRPr sz="1200" b="0">
                <a:solidFill>
                  <a:srgbClr val="5B6573"/>
                </a:solidFill>
              </a:defRPr>
            </a:lvl5pPr>
            <a:lvl6pPr>
              <a:defRPr sz="1200" b="0">
                <a:solidFill>
                  <a:srgbClr val="5B6573"/>
                </a:solidFill>
              </a:defRPr>
            </a:lvl6pPr>
            <a:lvl7pPr>
              <a:defRPr sz="1200" b="0">
                <a:solidFill>
                  <a:srgbClr val="5B6573"/>
                </a:solidFill>
              </a:defRPr>
            </a:lvl7pPr>
            <a:lvl8pPr>
              <a:defRPr sz="1200" b="0">
                <a:solidFill>
                  <a:srgbClr val="5B6573"/>
                </a:solidFill>
              </a:defRPr>
            </a:lvl8pPr>
            <a:lvl9pPr>
              <a:defRPr sz="1200" b="0">
                <a:solidFill>
                  <a:srgbClr val="5B6573"/>
                </a:solidFill>
              </a:defRPr>
            </a:lvl9pPr>
          </a:lstStyle>
          <a:p xmlns:a="http://schemas.openxmlformats.org/drawingml/2006/main">
            <a:pPr>
              <a:defRPr sz="1200" b="0">
                <a:solidFill>
                  <a:srgbClr val="5B6573"/>
                </a:solidFill>
              </a:defRPr>
            </a:pPr>
            <a:r>
              <a:rPr sz="1200" b="0">
                <a:solidFill>
                  <a:srgbClr val="5B6573"/>
                </a:solidFill>
              </a:rPr>
              <a:t>The design protects customer information and makes important changes traceable.</a:t>
            </a:r>
          </a:p>
        </p:txBody>
      </p:sp>
      <p:sp>
        <p:nvSpPr>
          <p:cNvPr id="4" name="">
            <a:extLst xmlns:a="http://schemas.openxmlformats.org/drawingml/2006/main">
              <a:ext uri="{FF2B5EF4-FFF2-40B4-BE49-F238E27FC236}">
                <a16:creationId xmlns:a16="http://schemas.microsoft.com/office/drawing/2014/main" id="{1452B688-B19D-47C8-9DB9-BD00DF994597}"/>
              </a:ext>
            </a:extLst>
          </p:cNvPr>
          <p:cNvSpPr>
            <a:spLocks xmlns:a="http://schemas.openxmlformats.org/drawingml/2006/main" noGrp="1"/>
          </p:cNvSpPr>
          <p:nvPr/>
        </p:nvSpPr>
        <p:spPr>
          <a:xfrm xmlns:a="http://schemas.openxmlformats.org/drawingml/2006/main">
            <a:off x="1047750" y="1571625"/>
            <a:ext cx="100965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F2937"/>
                </a:solidFill>
              </a:defRPr>
            </a:defPPr>
            <a:lvl1pPr>
              <a:defRPr sz="1875" b="0">
                <a:solidFill>
                  <a:srgbClr val="1F2937"/>
                </a:solidFill>
              </a:defRPr>
            </a:lvl1pPr>
            <a:lvl2pPr>
              <a:defRPr sz="1875" b="0">
                <a:solidFill>
                  <a:srgbClr val="1F2937"/>
                </a:solidFill>
              </a:defRPr>
            </a:lvl2pPr>
            <a:lvl3pPr>
              <a:defRPr sz="1875" b="0">
                <a:solidFill>
                  <a:srgbClr val="1F2937"/>
                </a:solidFill>
              </a:defRPr>
            </a:lvl3pPr>
            <a:lvl4pPr>
              <a:defRPr sz="1875" b="0">
                <a:solidFill>
                  <a:srgbClr val="1F2937"/>
                </a:solidFill>
              </a:defRPr>
            </a:lvl4pPr>
            <a:lvl5pPr>
              <a:defRPr sz="1875" b="0">
                <a:solidFill>
                  <a:srgbClr val="1F2937"/>
                </a:solidFill>
              </a:defRPr>
            </a:lvl5pPr>
            <a:lvl6pPr>
              <a:defRPr sz="1875" b="0">
                <a:solidFill>
                  <a:srgbClr val="1F2937"/>
                </a:solidFill>
              </a:defRPr>
            </a:lvl6pPr>
            <a:lvl7pPr>
              <a:defRPr sz="1875" b="0">
                <a:solidFill>
                  <a:srgbClr val="1F2937"/>
                </a:solidFill>
              </a:defRPr>
            </a:lvl7pPr>
            <a:lvl8pPr>
              <a:defRPr sz="1875" b="0">
                <a:solidFill>
                  <a:srgbClr val="1F2937"/>
                </a:solidFill>
              </a:defRPr>
            </a:lvl8pPr>
            <a:lvl9pPr>
              <a:defRPr sz="1875" b="0">
                <a:solidFill>
                  <a:srgbClr val="1F2937"/>
                </a:solidFill>
              </a:defRPr>
            </a:lvl9pPr>
          </a:lstStyle>
          <a:p xmlns:a="http://schemas.openxmlformats.org/drawingml/2006/main">
            <a:pPr>
              <a:defRPr sz="1875" b="0">
                <a:solidFill>
                  <a:srgbClr val="1F2937"/>
                </a:solidFill>
              </a:defRPr>
            </a:pPr>
            <a:r>
              <a:rPr sz="1875" b="0">
                <a:solidFill>
                  <a:srgbClr val="1F2937"/>
                </a:solidFill>
              </a:rPr>
              <a:t>• Secure browser connections protect information while it travels between the user and DriverPass.</a:t>
            </a:r>
          </a:p>
          <a:p xmlns:a="http://schemas.openxmlformats.org/drawingml/2006/main">
            <a:pPr>
              <a:defRPr sz="1875" b="0">
                <a:solidFill>
                  <a:srgbClr val="1F2937"/>
                </a:solidFill>
              </a:defRPr>
            </a:pPr>
            <a:r>
              <a:rPr sz="1875" b="0">
                <a:solidFill>
                  <a:srgbClr val="1F2937"/>
                </a:solidFill>
              </a:rPr>
              <a:t>• Passwords are stored in a protected form and are never saved as readable text.</a:t>
            </a:r>
          </a:p>
          <a:p xmlns:a="http://schemas.openxmlformats.org/drawingml/2006/main">
            <a:pPr>
              <a:defRPr sz="1875" b="0">
                <a:solidFill>
                  <a:srgbClr val="1F2937"/>
                </a:solidFill>
              </a:defRPr>
            </a:pPr>
            <a:r>
              <a:rPr sz="1875" b="0">
                <a:solidFill>
                  <a:srgbClr val="1F2937"/>
                </a:solidFill>
              </a:rPr>
              <a:t>• Repeated failed sign-ins can trigger a temporary lockout and an alert to the IT officer.</a:t>
            </a:r>
          </a:p>
          <a:p xmlns:a="http://schemas.openxmlformats.org/drawingml/2006/main">
            <a:pPr>
              <a:defRPr sz="1875" b="0">
                <a:solidFill>
                  <a:srgbClr val="1F2937"/>
                </a:solidFill>
              </a:defRPr>
            </a:pPr>
            <a:r>
              <a:rPr sz="1875" b="0">
                <a:solidFill>
                  <a:srgbClr val="1F2937"/>
                </a:solidFill>
              </a:rPr>
              <a:t>• Customers can access only their own information. Employee access depends on job responsibility.</a:t>
            </a:r>
          </a:p>
          <a:p xmlns:a="http://schemas.openxmlformats.org/drawingml/2006/main">
            <a:pPr>
              <a:defRPr sz="1875" b="0">
                <a:solidFill>
                  <a:srgbClr val="1F2937"/>
                </a:solidFill>
              </a:defRPr>
            </a:pPr>
            <a:r>
              <a:rPr sz="1875" b="0">
                <a:solidFill>
                  <a:srgbClr val="1F2937"/>
                </a:solidFill>
              </a:rPr>
              <a:t>• The system records account, reservation, security, and administrative changes.</a:t>
            </a:r>
          </a:p>
        </p:txBody>
      </p:sp>
      <p:sp>
        <p:nvSpPr>
          <p:cNvPr id="5" name="">
            <a:extLst xmlns:a="http://schemas.openxmlformats.org/drawingml/2006/main">
              <a:ext uri="{FF2B5EF4-FFF2-40B4-BE49-F238E27FC236}">
                <a16:creationId xmlns:a16="http://schemas.microsoft.com/office/drawing/2014/main" id="{8EA4CB4A-C6C8-4D42-AD45-CD8270C9E806}"/>
              </a:ext>
            </a:extLst>
          </p:cNvPr>
          <p:cNvSpPr>
            <a:spLocks xmlns:a="http://schemas.openxmlformats.org/drawingml/2006/main" noGrp="1"/>
          </p:cNvSpPr>
          <p:nvPr/>
        </p:nvSpPr>
        <p:spPr>
          <a:xfrm xmlns:a="http://schemas.openxmlformats.org/drawingml/2006/main">
            <a:off x="1047750" y="533400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7365D"/>
                </a:solidFill>
              </a:defRPr>
            </a:defPPr>
            <a:lvl1pPr>
              <a:defRPr sz="1650" b="1">
                <a:solidFill>
                  <a:srgbClr val="17365D"/>
                </a:solidFill>
              </a:defRPr>
            </a:lvl1pPr>
            <a:lvl2pPr>
              <a:defRPr sz="1650" b="1">
                <a:solidFill>
                  <a:srgbClr val="17365D"/>
                </a:solidFill>
              </a:defRPr>
            </a:lvl2pPr>
            <a:lvl3pPr>
              <a:defRPr sz="1650" b="1">
                <a:solidFill>
                  <a:srgbClr val="17365D"/>
                </a:solidFill>
              </a:defRPr>
            </a:lvl3pPr>
            <a:lvl4pPr>
              <a:defRPr sz="1650" b="1">
                <a:solidFill>
                  <a:srgbClr val="17365D"/>
                </a:solidFill>
              </a:defRPr>
            </a:lvl4pPr>
            <a:lvl5pPr>
              <a:defRPr sz="1650" b="1">
                <a:solidFill>
                  <a:srgbClr val="17365D"/>
                </a:solidFill>
              </a:defRPr>
            </a:lvl5pPr>
            <a:lvl6pPr>
              <a:defRPr sz="1650" b="1">
                <a:solidFill>
                  <a:srgbClr val="17365D"/>
                </a:solidFill>
              </a:defRPr>
            </a:lvl6pPr>
            <a:lvl7pPr>
              <a:defRPr sz="1650" b="1">
                <a:solidFill>
                  <a:srgbClr val="17365D"/>
                </a:solidFill>
              </a:defRPr>
            </a:lvl7pPr>
            <a:lvl8pPr>
              <a:defRPr sz="1650" b="1">
                <a:solidFill>
                  <a:srgbClr val="17365D"/>
                </a:solidFill>
              </a:defRPr>
            </a:lvl8pPr>
            <a:lvl9pPr>
              <a:defRPr sz="1650" b="1">
                <a:solidFill>
                  <a:srgbClr val="17365D"/>
                </a:solidFill>
              </a:defRPr>
            </a:lvl9pPr>
          </a:lstStyle>
          <a:p xmlns:a="http://schemas.openxmlformats.org/drawingml/2006/main">
            <a:pPr>
              <a:defRPr sz="1650" b="1">
                <a:solidFill>
                  <a:srgbClr val="17365D"/>
                </a:solidFill>
              </a:defRPr>
            </a:pPr>
            <a:r>
              <a:rPr sz="1650" b="1">
                <a:solidFill>
                  <a:srgbClr val="17365D"/>
                </a:solidFill>
              </a:rPr>
              <a:t>Security supports trust without adding unnecessary steps for routine customers.</a:t>
            </a:r>
          </a:p>
        </p:txBody>
      </p:sp>
    </p:spTree>
    <p:extLst>
      <p:ext uri="{BB962C8B-B14F-4D97-AF65-F5344CB8AC3E}">
        <p14:creationId xmlns:p14="http://schemas.microsoft.com/office/powerpoint/2010/main" val="7661297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818DA5-4F57-48E3-AAF5-AD4E893E423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7365D"/>
          </a:solidFill>
          <a:ln xmlns:a="http://schemas.openxmlformats.org/drawingml/2006/main" w="0">
            <a:solidFill>
              <a:srgbClr val="17365D"/>
            </a:solidFill>
            <a:prstDash val="solid"/>
          </a:ln>
        </p:spPr>
      </p:sp>
      <p:sp>
        <p:nvSpPr>
          <p:cNvPr id="2" name="">
            <a:extLst xmlns:a="http://schemas.openxmlformats.org/drawingml/2006/main">
              <a:ext uri="{FF2B5EF4-FFF2-40B4-BE49-F238E27FC236}">
                <a16:creationId xmlns:a16="http://schemas.microsoft.com/office/drawing/2014/main" id="{39318788-DE15-4CF2-B33D-D3D544D499BD}"/>
              </a:ext>
            </a:extLst>
          </p:cNvPr>
          <p:cNvSpPr>
            <a:spLocks xmlns:a="http://schemas.openxmlformats.org/drawingml/2006/main" noGrp="1"/>
          </p:cNvSpPr>
          <p:nvPr/>
        </p:nvSpPr>
        <p:spPr>
          <a:xfrm xmlns:a="http://schemas.openxmlformats.org/drawingml/2006/main">
            <a:off x="666750" y="4191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7365D"/>
                </a:solidFill>
              </a:defRPr>
            </a:defPPr>
            <a:lvl1pPr>
              <a:defRPr sz="2250" b="1">
                <a:solidFill>
                  <a:srgbClr val="17365D"/>
                </a:solidFill>
              </a:defRPr>
            </a:lvl1pPr>
            <a:lvl2pPr>
              <a:defRPr sz="2250" b="1">
                <a:solidFill>
                  <a:srgbClr val="17365D"/>
                </a:solidFill>
              </a:defRPr>
            </a:lvl2pPr>
            <a:lvl3pPr>
              <a:defRPr sz="2250" b="1">
                <a:solidFill>
                  <a:srgbClr val="17365D"/>
                </a:solidFill>
              </a:defRPr>
            </a:lvl3pPr>
            <a:lvl4pPr>
              <a:defRPr sz="2250" b="1">
                <a:solidFill>
                  <a:srgbClr val="17365D"/>
                </a:solidFill>
              </a:defRPr>
            </a:lvl4pPr>
            <a:lvl5pPr>
              <a:defRPr sz="2250" b="1">
                <a:solidFill>
                  <a:srgbClr val="17365D"/>
                </a:solidFill>
              </a:defRPr>
            </a:lvl5pPr>
            <a:lvl6pPr>
              <a:defRPr sz="2250" b="1">
                <a:solidFill>
                  <a:srgbClr val="17365D"/>
                </a:solidFill>
              </a:defRPr>
            </a:lvl6pPr>
            <a:lvl7pPr>
              <a:defRPr sz="2250" b="1">
                <a:solidFill>
                  <a:srgbClr val="17365D"/>
                </a:solidFill>
              </a:defRPr>
            </a:lvl7pPr>
            <a:lvl8pPr>
              <a:defRPr sz="2250" b="1">
                <a:solidFill>
                  <a:srgbClr val="17365D"/>
                </a:solidFill>
              </a:defRPr>
            </a:lvl8pPr>
            <a:lvl9pPr>
              <a:defRPr sz="2250" b="1">
                <a:solidFill>
                  <a:srgbClr val="17365D"/>
                </a:solidFill>
              </a:defRPr>
            </a:lvl9pPr>
          </a:lstStyle>
          <a:p xmlns:a="http://schemas.openxmlformats.org/drawingml/2006/main">
            <a:pPr>
              <a:defRPr sz="2250" b="1">
                <a:solidFill>
                  <a:srgbClr val="17365D"/>
                </a:solidFill>
              </a:defRPr>
            </a:pPr>
            <a:r>
              <a:rPr sz="2250" b="1">
                <a:solidFill>
                  <a:srgbClr val="17365D"/>
                </a:solidFill>
              </a:rPr>
              <a:t>System Limitations</a:t>
            </a:r>
          </a:p>
        </p:txBody>
      </p:sp>
      <p:sp>
        <p:nvSpPr>
          <p:cNvPr id="3" name="">
            <a:extLst xmlns:a="http://schemas.openxmlformats.org/drawingml/2006/main">
              <a:ext uri="{FF2B5EF4-FFF2-40B4-BE49-F238E27FC236}">
                <a16:creationId xmlns:a16="http://schemas.microsoft.com/office/drawing/2014/main" id="{41FB1E77-1775-451C-80FC-ED0A5435BACC}"/>
              </a:ext>
            </a:extLst>
          </p:cNvPr>
          <p:cNvSpPr>
            <a:spLocks xmlns:a="http://schemas.openxmlformats.org/drawingml/2006/main" noGrp="1"/>
          </p:cNvSpPr>
          <p:nvPr/>
        </p:nvSpPr>
        <p:spPr>
          <a:xfrm xmlns:a="http://schemas.openxmlformats.org/drawingml/2006/main">
            <a:off x="685800" y="9525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B6573"/>
                </a:solidFill>
              </a:defRPr>
            </a:defPPr>
            <a:lvl1pPr>
              <a:defRPr sz="1200" b="0">
                <a:solidFill>
                  <a:srgbClr val="5B6573"/>
                </a:solidFill>
              </a:defRPr>
            </a:lvl1pPr>
            <a:lvl2pPr>
              <a:defRPr sz="1200" b="0">
                <a:solidFill>
                  <a:srgbClr val="5B6573"/>
                </a:solidFill>
              </a:defRPr>
            </a:lvl2pPr>
            <a:lvl3pPr>
              <a:defRPr sz="1200" b="0">
                <a:solidFill>
                  <a:srgbClr val="5B6573"/>
                </a:solidFill>
              </a:defRPr>
            </a:lvl3pPr>
            <a:lvl4pPr>
              <a:defRPr sz="1200" b="0">
                <a:solidFill>
                  <a:srgbClr val="5B6573"/>
                </a:solidFill>
              </a:defRPr>
            </a:lvl4pPr>
            <a:lvl5pPr>
              <a:defRPr sz="1200" b="0">
                <a:solidFill>
                  <a:srgbClr val="5B6573"/>
                </a:solidFill>
              </a:defRPr>
            </a:lvl5pPr>
            <a:lvl6pPr>
              <a:defRPr sz="1200" b="0">
                <a:solidFill>
                  <a:srgbClr val="5B6573"/>
                </a:solidFill>
              </a:defRPr>
            </a:lvl6pPr>
            <a:lvl7pPr>
              <a:defRPr sz="1200" b="0">
                <a:solidFill>
                  <a:srgbClr val="5B6573"/>
                </a:solidFill>
              </a:defRPr>
            </a:lvl7pPr>
            <a:lvl8pPr>
              <a:defRPr sz="1200" b="0">
                <a:solidFill>
                  <a:srgbClr val="5B6573"/>
                </a:solidFill>
              </a:defRPr>
            </a:lvl8pPr>
            <a:lvl9pPr>
              <a:defRPr sz="1200" b="0">
                <a:solidFill>
                  <a:srgbClr val="5B6573"/>
                </a:solidFill>
              </a:defRPr>
            </a:lvl9pPr>
          </a:lstStyle>
          <a:p xmlns:a="http://schemas.openxmlformats.org/drawingml/2006/main">
            <a:pPr>
              <a:defRPr sz="1200" b="0">
                <a:solidFill>
                  <a:srgbClr val="5B6573"/>
                </a:solidFill>
              </a:defRPr>
            </a:pPr>
            <a:r>
              <a:rPr sz="1200" b="0">
                <a:solidFill>
                  <a:srgbClr val="5B6573"/>
                </a:solidFill>
              </a:rPr>
              <a:t>The first release has a clear boundary so the core service can be delivered reliably.</a:t>
            </a:r>
          </a:p>
        </p:txBody>
      </p:sp>
      <p:sp>
        <p:nvSpPr>
          <p:cNvPr id="4" name="">
            <a:extLst xmlns:a="http://schemas.openxmlformats.org/drawingml/2006/main">
              <a:ext uri="{FF2B5EF4-FFF2-40B4-BE49-F238E27FC236}">
                <a16:creationId xmlns:a16="http://schemas.microsoft.com/office/drawing/2014/main" id="{AD167D3A-40D3-4B98-85B1-AF0CE566CAB6}"/>
              </a:ext>
            </a:extLst>
          </p:cNvPr>
          <p:cNvSpPr>
            <a:spLocks xmlns:a="http://schemas.openxmlformats.org/drawingml/2006/main" noGrp="1"/>
          </p:cNvSpPr>
          <p:nvPr/>
        </p:nvSpPr>
        <p:spPr>
          <a:xfrm xmlns:a="http://schemas.openxmlformats.org/drawingml/2006/main">
            <a:off x="1047750" y="1524000"/>
            <a:ext cx="100965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F2937"/>
                </a:solidFill>
              </a:defRPr>
            </a:defPPr>
            <a:lvl1pPr>
              <a:defRPr sz="1800" b="0">
                <a:solidFill>
                  <a:srgbClr val="1F2937"/>
                </a:solidFill>
              </a:defRPr>
            </a:lvl1pPr>
            <a:lvl2pPr>
              <a:defRPr sz="1800" b="0">
                <a:solidFill>
                  <a:srgbClr val="1F2937"/>
                </a:solidFill>
              </a:defRPr>
            </a:lvl2pPr>
            <a:lvl3pPr>
              <a:defRPr sz="1800" b="0">
                <a:solidFill>
                  <a:srgbClr val="1F2937"/>
                </a:solidFill>
              </a:defRPr>
            </a:lvl3pPr>
            <a:lvl4pPr>
              <a:defRPr sz="1800" b="0">
                <a:solidFill>
                  <a:srgbClr val="1F2937"/>
                </a:solidFill>
              </a:defRPr>
            </a:lvl4pPr>
            <a:lvl5pPr>
              <a:defRPr sz="1800" b="0">
                <a:solidFill>
                  <a:srgbClr val="1F2937"/>
                </a:solidFill>
              </a:defRPr>
            </a:lvl5pPr>
            <a:lvl6pPr>
              <a:defRPr sz="1800" b="0">
                <a:solidFill>
                  <a:srgbClr val="1F2937"/>
                </a:solidFill>
              </a:defRPr>
            </a:lvl6pPr>
            <a:lvl7pPr>
              <a:defRPr sz="1800" b="0">
                <a:solidFill>
                  <a:srgbClr val="1F2937"/>
                </a:solidFill>
              </a:defRPr>
            </a:lvl7pPr>
            <a:lvl8pPr>
              <a:defRPr sz="1800" b="0">
                <a:solidFill>
                  <a:srgbClr val="1F2937"/>
                </a:solidFill>
              </a:defRPr>
            </a:lvl8pPr>
            <a:lvl9pPr>
              <a:defRPr sz="1800" b="0">
                <a:solidFill>
                  <a:srgbClr val="1F2937"/>
                </a:solidFill>
              </a:defRPr>
            </a:lvl9pPr>
          </a:lstStyle>
          <a:p xmlns:a="http://schemas.openxmlformats.org/drawingml/2006/main">
            <a:pPr>
              <a:defRPr sz="1800" b="0">
                <a:solidFill>
                  <a:srgbClr val="1F2937"/>
                </a:solidFill>
              </a:defRPr>
            </a:pPr>
            <a:r>
              <a:rPr sz="1800" b="0">
                <a:solidFill>
                  <a:srgbClr val="1F2937"/>
                </a:solidFill>
              </a:rPr>
              <a:t>• The first release may not include a native mobile app, offline access, or voice interaction.</a:t>
            </a:r>
          </a:p>
          <a:p xmlns:a="http://schemas.openxmlformats.org/drawingml/2006/main">
            <a:pPr>
              <a:defRPr sz="1800" b="0">
                <a:solidFill>
                  <a:srgbClr val="1F2937"/>
                </a:solidFill>
              </a:defRPr>
            </a:pPr>
            <a:r>
              <a:rPr sz="1800" b="0">
                <a:solidFill>
                  <a:srgbClr val="1F2937"/>
                </a:solidFill>
              </a:rPr>
              <a:t>• The system may not connect to every DMV system automatically.</a:t>
            </a:r>
          </a:p>
          <a:p xmlns:a="http://schemas.openxmlformats.org/drawingml/2006/main">
            <a:pPr>
              <a:defRPr sz="1800" b="0">
                <a:solidFill>
                  <a:srgbClr val="1F2937"/>
                </a:solidFill>
              </a:defRPr>
            </a:pPr>
            <a:r>
              <a:rPr sz="1800" b="0">
                <a:solidFill>
                  <a:srgbClr val="1F2937"/>
                </a:solidFill>
              </a:rPr>
              <a:t>• DriverPass must provide current driver, vehicle, schedule, package, and DMV content information.</a:t>
            </a:r>
          </a:p>
          <a:p xmlns:a="http://schemas.openxmlformats.org/drawingml/2006/main">
            <a:pPr>
              <a:defRPr sz="1800" b="0">
                <a:solidFill>
                  <a:srgbClr val="1F2937"/>
                </a:solidFill>
              </a:defRPr>
            </a:pPr>
            <a:r>
              <a:rPr sz="1800" b="0">
                <a:solidFill>
                  <a:srgbClr val="1F2937"/>
                </a:solidFill>
              </a:rPr>
              <a:t>• Available lesson times depend on the drivers and vehicles entered by DriverPass employees.</a:t>
            </a:r>
          </a:p>
          <a:p xmlns:a="http://schemas.openxmlformats.org/drawingml/2006/main">
            <a:pPr>
              <a:defRPr sz="1800" b="0">
                <a:solidFill>
                  <a:srgbClr val="1F2937"/>
                </a:solidFill>
              </a:defRPr>
            </a:pPr>
            <a:r>
              <a:rPr sz="1800" b="0">
                <a:solidFill>
                  <a:srgbClr val="1F2937"/>
                </a:solidFill>
              </a:rPr>
              <a:t>• The service supports preparation and training but cannot guarantee that a customer passes a driving test.</a:t>
            </a:r>
          </a:p>
          <a:p xmlns:a="http://schemas.openxmlformats.org/drawingml/2006/main">
            <a:pPr>
              <a:defRPr sz="1800" b="0">
                <a:solidFill>
                  <a:srgbClr val="1F2937"/>
                </a:solidFill>
              </a:defRPr>
            </a:pPr>
            <a:r>
              <a:rPr sz="1800" b="0">
                <a:solidFill>
                  <a:srgbClr val="1F2937"/>
                </a:solidFill>
              </a:rPr>
              <a:t>• Budget, schedule, and staffing may limit advanced reports and additional locations at launch.</a:t>
            </a:r>
          </a:p>
        </p:txBody>
      </p:sp>
    </p:spTree>
    <p:extLst>
      <p:ext uri="{BB962C8B-B14F-4D97-AF65-F5344CB8AC3E}">
        <p14:creationId xmlns:p14="http://schemas.microsoft.com/office/powerpoint/2010/main" val="11672418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2026-10-19T02:53:29.1910000Z</dcterms:created>
  <dcterms:modified xsi:type="dcterms:W3CDTF">2026-10-19T02:53:29.1910000Z</dcterms:modified>
</coreProperties>
</file>